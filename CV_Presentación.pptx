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701" r:id="rId2"/>
  </p:sldMasterIdLst>
  <p:notesMasterIdLst>
    <p:notesMasterId r:id="rId6"/>
  </p:notesMasterIdLst>
  <p:sldIdLst>
    <p:sldId id="643" r:id="rId3"/>
    <p:sldId id="644" r:id="rId4"/>
    <p:sldId id="275"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115" d="100"/>
          <a:sy n="115" d="100"/>
        </p:scale>
        <p:origin x="307"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0190509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PE" dirty="0"/>
          </a:p>
        </p:txBody>
      </p:sp>
    </p:spTree>
    <p:extLst>
      <p:ext uri="{BB962C8B-B14F-4D97-AF65-F5344CB8AC3E}">
        <p14:creationId xmlns:p14="http://schemas.microsoft.com/office/powerpoint/2010/main" val="183049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PE" dirty="0"/>
          </a:p>
        </p:txBody>
      </p:sp>
    </p:spTree>
    <p:extLst>
      <p:ext uri="{BB962C8B-B14F-4D97-AF65-F5344CB8AC3E}">
        <p14:creationId xmlns:p14="http://schemas.microsoft.com/office/powerpoint/2010/main" val="979896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876c705859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876c705859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2531"/>
            </a:lvl1pPr>
          </a:lstStyle>
          <a:p>
            <a:r>
              <a:rPr lang="en-US"/>
              <a:t>Clic para editar título</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013"/>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a:t>Haga clic para modificar el estilo de subtítulo del patrón</a:t>
            </a:r>
            <a:endParaRPr lang="en-US" dirty="0"/>
          </a:p>
        </p:txBody>
      </p:sp>
      <p:sp>
        <p:nvSpPr>
          <p:cNvPr id="4" name="Date Placeholder 3">
            <a:extLst>
              <a:ext uri="{FF2B5EF4-FFF2-40B4-BE49-F238E27FC236}">
                <a16:creationId xmlns:a16="http://schemas.microsoft.com/office/drawing/2014/main" id="{CE04BC28-A58D-4FD5-AC29-CDE54E7245FD}"/>
              </a:ext>
            </a:extLst>
          </p:cNvPr>
          <p:cNvSpPr>
            <a:spLocks noGrp="1"/>
          </p:cNvSpPr>
          <p:nvPr>
            <p:ph type="dt" sz="half" idx="10"/>
          </p:nvPr>
        </p:nvSpPr>
        <p:spPr/>
        <p:txBody>
          <a:bodyPr/>
          <a:lstStyle>
            <a:lvl1pPr>
              <a:defRPr/>
            </a:lvl1pPr>
          </a:lstStyle>
          <a:p>
            <a:pPr>
              <a:defRPr/>
            </a:pPr>
            <a:fld id="{0E2EBBEB-DFC5-4888-8310-CE37910D78FC}" type="datetimeFigureOut">
              <a:rPr lang="es-PE"/>
              <a:pPr>
                <a:defRPr/>
              </a:pPr>
              <a:t>22/07/2026</a:t>
            </a:fld>
            <a:endParaRPr lang="es-PE"/>
          </a:p>
        </p:txBody>
      </p:sp>
      <p:sp>
        <p:nvSpPr>
          <p:cNvPr id="5" name="Footer Placeholder 4">
            <a:extLst>
              <a:ext uri="{FF2B5EF4-FFF2-40B4-BE49-F238E27FC236}">
                <a16:creationId xmlns:a16="http://schemas.microsoft.com/office/drawing/2014/main" id="{71E1FB6D-2863-4539-ABF8-575801302D50}"/>
              </a:ext>
            </a:extLst>
          </p:cNvPr>
          <p:cNvSpPr>
            <a:spLocks noGrp="1"/>
          </p:cNvSpPr>
          <p:nvPr>
            <p:ph type="ftr" sz="quarter" idx="11"/>
          </p:nvPr>
        </p:nvSpPr>
        <p:spPr/>
        <p:txBody>
          <a:bodyPr/>
          <a:lstStyle>
            <a:lvl1pPr>
              <a:defRPr/>
            </a:lvl1pPr>
          </a:lstStyle>
          <a:p>
            <a:pPr>
              <a:defRPr/>
            </a:pPr>
            <a:endParaRPr lang="es-PE"/>
          </a:p>
        </p:txBody>
      </p:sp>
      <p:sp>
        <p:nvSpPr>
          <p:cNvPr id="6" name="Slide Number Placeholder 5">
            <a:extLst>
              <a:ext uri="{FF2B5EF4-FFF2-40B4-BE49-F238E27FC236}">
                <a16:creationId xmlns:a16="http://schemas.microsoft.com/office/drawing/2014/main" id="{AF87A550-8B1B-4F31-BDB5-BD95ECC7B237}"/>
              </a:ext>
            </a:extLst>
          </p:cNvPr>
          <p:cNvSpPr>
            <a:spLocks noGrp="1"/>
          </p:cNvSpPr>
          <p:nvPr>
            <p:ph type="sldNum" sz="quarter" idx="12"/>
          </p:nvPr>
        </p:nvSpPr>
        <p:spPr/>
        <p:txBody>
          <a:bodyPr/>
          <a:lstStyle>
            <a:lvl1pPr>
              <a:defRPr/>
            </a:lvl1pPr>
          </a:lstStyle>
          <a:p>
            <a:fld id="{B5BC66D3-8460-46CD-9E8B-A30899CC7EA2}" type="slidenum">
              <a:rPr lang="es-PE" altLang="es-PE"/>
              <a:pPr/>
              <a:t>‹Nº›</a:t>
            </a:fld>
            <a:endParaRPr lang="es-PE" altLang="es-PE"/>
          </a:p>
        </p:txBody>
      </p:sp>
    </p:spTree>
    <p:extLst>
      <p:ext uri="{BB962C8B-B14F-4D97-AF65-F5344CB8AC3E}">
        <p14:creationId xmlns:p14="http://schemas.microsoft.com/office/powerpoint/2010/main" val="2163828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 para editar título</a:t>
            </a:r>
            <a:endParaRPr lang="en-US" dirty="0"/>
          </a:p>
        </p:txBody>
      </p:sp>
      <p:sp>
        <p:nvSpPr>
          <p:cNvPr id="3" name="Content Placeholder 2"/>
          <p:cNvSpPr>
            <a:spLocks noGrp="1"/>
          </p:cNvSpPr>
          <p:nvPr>
            <p:ph idx="1"/>
          </p:nvPr>
        </p:nvSpPr>
        <p:spPr/>
        <p:txBody>
          <a:body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4" name="Date Placeholder 3">
            <a:extLst>
              <a:ext uri="{FF2B5EF4-FFF2-40B4-BE49-F238E27FC236}">
                <a16:creationId xmlns:a16="http://schemas.microsoft.com/office/drawing/2014/main" id="{6ECE87B9-8E40-48A5-B719-356C6CA75536}"/>
              </a:ext>
            </a:extLst>
          </p:cNvPr>
          <p:cNvSpPr>
            <a:spLocks noGrp="1"/>
          </p:cNvSpPr>
          <p:nvPr>
            <p:ph type="dt" sz="half" idx="10"/>
          </p:nvPr>
        </p:nvSpPr>
        <p:spPr/>
        <p:txBody>
          <a:bodyPr/>
          <a:lstStyle>
            <a:lvl1pPr>
              <a:defRPr/>
            </a:lvl1pPr>
          </a:lstStyle>
          <a:p>
            <a:pPr>
              <a:defRPr/>
            </a:pPr>
            <a:fld id="{03F87360-A08F-40D7-BE91-9E12555A947E}" type="datetimeFigureOut">
              <a:rPr lang="es-PE"/>
              <a:pPr>
                <a:defRPr/>
              </a:pPr>
              <a:t>22/07/2026</a:t>
            </a:fld>
            <a:endParaRPr lang="es-PE"/>
          </a:p>
        </p:txBody>
      </p:sp>
      <p:sp>
        <p:nvSpPr>
          <p:cNvPr id="5" name="Footer Placeholder 4">
            <a:extLst>
              <a:ext uri="{FF2B5EF4-FFF2-40B4-BE49-F238E27FC236}">
                <a16:creationId xmlns:a16="http://schemas.microsoft.com/office/drawing/2014/main" id="{2509AB78-DA8A-4728-BE42-C35BF902DF79}"/>
              </a:ext>
            </a:extLst>
          </p:cNvPr>
          <p:cNvSpPr>
            <a:spLocks noGrp="1"/>
          </p:cNvSpPr>
          <p:nvPr>
            <p:ph type="ftr" sz="quarter" idx="11"/>
          </p:nvPr>
        </p:nvSpPr>
        <p:spPr/>
        <p:txBody>
          <a:bodyPr/>
          <a:lstStyle>
            <a:lvl1pPr>
              <a:defRPr/>
            </a:lvl1pPr>
          </a:lstStyle>
          <a:p>
            <a:pPr>
              <a:defRPr/>
            </a:pPr>
            <a:endParaRPr lang="es-PE"/>
          </a:p>
        </p:txBody>
      </p:sp>
      <p:sp>
        <p:nvSpPr>
          <p:cNvPr id="6" name="Slide Number Placeholder 5">
            <a:extLst>
              <a:ext uri="{FF2B5EF4-FFF2-40B4-BE49-F238E27FC236}">
                <a16:creationId xmlns:a16="http://schemas.microsoft.com/office/drawing/2014/main" id="{5FDF2290-B38A-479E-AA65-1525692EC9D2}"/>
              </a:ext>
            </a:extLst>
          </p:cNvPr>
          <p:cNvSpPr>
            <a:spLocks noGrp="1"/>
          </p:cNvSpPr>
          <p:nvPr>
            <p:ph type="sldNum" sz="quarter" idx="12"/>
          </p:nvPr>
        </p:nvSpPr>
        <p:spPr/>
        <p:txBody>
          <a:bodyPr/>
          <a:lstStyle>
            <a:lvl1pPr>
              <a:defRPr/>
            </a:lvl1pPr>
          </a:lstStyle>
          <a:p>
            <a:fld id="{273623A6-76EF-41AA-A806-9632C8B0F54B}" type="slidenum">
              <a:rPr lang="es-PE" altLang="es-PE"/>
              <a:pPr/>
              <a:t>‹Nº›</a:t>
            </a:fld>
            <a:endParaRPr lang="es-PE" altLang="es-PE"/>
          </a:p>
        </p:txBody>
      </p:sp>
    </p:spTree>
    <p:extLst>
      <p:ext uri="{BB962C8B-B14F-4D97-AF65-F5344CB8AC3E}">
        <p14:creationId xmlns:p14="http://schemas.microsoft.com/office/powerpoint/2010/main" val="1661530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p:spPr>
        <p:txBody>
          <a:bodyPr anchor="b"/>
          <a:lstStyle>
            <a:lvl1pPr>
              <a:defRPr sz="2531"/>
            </a:lvl1pPr>
          </a:lstStyle>
          <a:p>
            <a:r>
              <a:rPr lang="en-US"/>
              <a:t>Clic para editar título</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013">
                <a:solidFill>
                  <a:schemeClr val="tx1">
                    <a:tint val="75000"/>
                  </a:schemeClr>
                </a:solidFill>
              </a:defRPr>
            </a:lvl1pPr>
            <a:lvl2pPr marL="192881" indent="0">
              <a:buNone/>
              <a:defRPr sz="844">
                <a:solidFill>
                  <a:schemeClr val="tx1">
                    <a:tint val="75000"/>
                  </a:schemeClr>
                </a:solidFill>
              </a:defRPr>
            </a:lvl2pPr>
            <a:lvl3pPr marL="385763" indent="0">
              <a:buNone/>
              <a:defRPr sz="760">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en-US"/>
              <a:t>Haga clic para modificar el estilo de texto del patrón</a:t>
            </a:r>
          </a:p>
        </p:txBody>
      </p:sp>
      <p:sp>
        <p:nvSpPr>
          <p:cNvPr id="4" name="Date Placeholder 3">
            <a:extLst>
              <a:ext uri="{FF2B5EF4-FFF2-40B4-BE49-F238E27FC236}">
                <a16:creationId xmlns:a16="http://schemas.microsoft.com/office/drawing/2014/main" id="{C1ED2035-13DE-4B53-8470-51C292EC78FC}"/>
              </a:ext>
            </a:extLst>
          </p:cNvPr>
          <p:cNvSpPr>
            <a:spLocks noGrp="1"/>
          </p:cNvSpPr>
          <p:nvPr>
            <p:ph type="dt" sz="half" idx="10"/>
          </p:nvPr>
        </p:nvSpPr>
        <p:spPr/>
        <p:txBody>
          <a:bodyPr/>
          <a:lstStyle>
            <a:lvl1pPr>
              <a:defRPr/>
            </a:lvl1pPr>
          </a:lstStyle>
          <a:p>
            <a:pPr>
              <a:defRPr/>
            </a:pPr>
            <a:fld id="{F6D41B41-BB76-4B49-8F46-9F3A3E4A5727}" type="datetimeFigureOut">
              <a:rPr lang="es-PE"/>
              <a:pPr>
                <a:defRPr/>
              </a:pPr>
              <a:t>22/07/2026</a:t>
            </a:fld>
            <a:endParaRPr lang="es-PE"/>
          </a:p>
        </p:txBody>
      </p:sp>
      <p:sp>
        <p:nvSpPr>
          <p:cNvPr id="5" name="Footer Placeholder 4">
            <a:extLst>
              <a:ext uri="{FF2B5EF4-FFF2-40B4-BE49-F238E27FC236}">
                <a16:creationId xmlns:a16="http://schemas.microsoft.com/office/drawing/2014/main" id="{FF280E1C-1379-4968-A05A-714F9D53C494}"/>
              </a:ext>
            </a:extLst>
          </p:cNvPr>
          <p:cNvSpPr>
            <a:spLocks noGrp="1"/>
          </p:cNvSpPr>
          <p:nvPr>
            <p:ph type="ftr" sz="quarter" idx="11"/>
          </p:nvPr>
        </p:nvSpPr>
        <p:spPr/>
        <p:txBody>
          <a:bodyPr/>
          <a:lstStyle>
            <a:lvl1pPr>
              <a:defRPr/>
            </a:lvl1pPr>
          </a:lstStyle>
          <a:p>
            <a:pPr>
              <a:defRPr/>
            </a:pPr>
            <a:endParaRPr lang="es-PE"/>
          </a:p>
        </p:txBody>
      </p:sp>
      <p:sp>
        <p:nvSpPr>
          <p:cNvPr id="6" name="Slide Number Placeholder 5">
            <a:extLst>
              <a:ext uri="{FF2B5EF4-FFF2-40B4-BE49-F238E27FC236}">
                <a16:creationId xmlns:a16="http://schemas.microsoft.com/office/drawing/2014/main" id="{D7FDCEA4-8A63-4283-A83E-D76C6626DB1D}"/>
              </a:ext>
            </a:extLst>
          </p:cNvPr>
          <p:cNvSpPr>
            <a:spLocks noGrp="1"/>
          </p:cNvSpPr>
          <p:nvPr>
            <p:ph type="sldNum" sz="quarter" idx="12"/>
          </p:nvPr>
        </p:nvSpPr>
        <p:spPr/>
        <p:txBody>
          <a:bodyPr/>
          <a:lstStyle>
            <a:lvl1pPr>
              <a:defRPr/>
            </a:lvl1pPr>
          </a:lstStyle>
          <a:p>
            <a:fld id="{2B2252D2-A2BC-44B1-9675-CBBAC5295E30}" type="slidenum">
              <a:rPr lang="es-PE" altLang="es-PE"/>
              <a:pPr/>
              <a:t>‹Nº›</a:t>
            </a:fld>
            <a:endParaRPr lang="es-PE" altLang="es-PE"/>
          </a:p>
        </p:txBody>
      </p:sp>
    </p:spTree>
    <p:extLst>
      <p:ext uri="{BB962C8B-B14F-4D97-AF65-F5344CB8AC3E}">
        <p14:creationId xmlns:p14="http://schemas.microsoft.com/office/powerpoint/2010/main" val="335323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 para editar título</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5" name="Date Placeholder 3">
            <a:extLst>
              <a:ext uri="{FF2B5EF4-FFF2-40B4-BE49-F238E27FC236}">
                <a16:creationId xmlns:a16="http://schemas.microsoft.com/office/drawing/2014/main" id="{A4F87B00-97DF-4ECB-A800-5B2B086450D1}"/>
              </a:ext>
            </a:extLst>
          </p:cNvPr>
          <p:cNvSpPr>
            <a:spLocks noGrp="1"/>
          </p:cNvSpPr>
          <p:nvPr>
            <p:ph type="dt" sz="half" idx="10"/>
          </p:nvPr>
        </p:nvSpPr>
        <p:spPr/>
        <p:txBody>
          <a:bodyPr/>
          <a:lstStyle>
            <a:lvl1pPr>
              <a:defRPr/>
            </a:lvl1pPr>
          </a:lstStyle>
          <a:p>
            <a:pPr>
              <a:defRPr/>
            </a:pPr>
            <a:fld id="{61850EE8-DCF7-4456-A118-F581D5B2755E}" type="datetimeFigureOut">
              <a:rPr lang="es-PE"/>
              <a:pPr>
                <a:defRPr/>
              </a:pPr>
              <a:t>22/07/2026</a:t>
            </a:fld>
            <a:endParaRPr lang="es-PE"/>
          </a:p>
        </p:txBody>
      </p:sp>
      <p:sp>
        <p:nvSpPr>
          <p:cNvPr id="6" name="Footer Placeholder 4">
            <a:extLst>
              <a:ext uri="{FF2B5EF4-FFF2-40B4-BE49-F238E27FC236}">
                <a16:creationId xmlns:a16="http://schemas.microsoft.com/office/drawing/2014/main" id="{70DF93AC-D96E-4212-B043-25D9F383960F}"/>
              </a:ext>
            </a:extLst>
          </p:cNvPr>
          <p:cNvSpPr>
            <a:spLocks noGrp="1"/>
          </p:cNvSpPr>
          <p:nvPr>
            <p:ph type="ftr" sz="quarter" idx="11"/>
          </p:nvPr>
        </p:nvSpPr>
        <p:spPr/>
        <p:txBody>
          <a:bodyPr/>
          <a:lstStyle>
            <a:lvl1pPr>
              <a:defRPr/>
            </a:lvl1pPr>
          </a:lstStyle>
          <a:p>
            <a:pPr>
              <a:defRPr/>
            </a:pPr>
            <a:endParaRPr lang="es-PE"/>
          </a:p>
        </p:txBody>
      </p:sp>
      <p:sp>
        <p:nvSpPr>
          <p:cNvPr id="7" name="Slide Number Placeholder 5">
            <a:extLst>
              <a:ext uri="{FF2B5EF4-FFF2-40B4-BE49-F238E27FC236}">
                <a16:creationId xmlns:a16="http://schemas.microsoft.com/office/drawing/2014/main" id="{BCC42CBE-3654-4859-9C0A-E04C132F7301}"/>
              </a:ext>
            </a:extLst>
          </p:cNvPr>
          <p:cNvSpPr>
            <a:spLocks noGrp="1"/>
          </p:cNvSpPr>
          <p:nvPr>
            <p:ph type="sldNum" sz="quarter" idx="12"/>
          </p:nvPr>
        </p:nvSpPr>
        <p:spPr/>
        <p:txBody>
          <a:bodyPr/>
          <a:lstStyle>
            <a:lvl1pPr>
              <a:defRPr/>
            </a:lvl1pPr>
          </a:lstStyle>
          <a:p>
            <a:fld id="{264C5EF5-FB55-4D5D-92E5-D0CD7AB69D82}" type="slidenum">
              <a:rPr lang="es-PE" altLang="es-PE"/>
              <a:pPr/>
              <a:t>‹Nº›</a:t>
            </a:fld>
            <a:endParaRPr lang="es-PE" altLang="es-PE"/>
          </a:p>
        </p:txBody>
      </p:sp>
    </p:spTree>
    <p:extLst>
      <p:ext uri="{BB962C8B-B14F-4D97-AF65-F5344CB8AC3E}">
        <p14:creationId xmlns:p14="http://schemas.microsoft.com/office/powerpoint/2010/main" val="349089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p:spPr>
        <p:txBody>
          <a:bodyPr/>
          <a:lstStyle/>
          <a:p>
            <a:r>
              <a:rPr lang="en-US"/>
              <a:t>Clic para editar título</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a:t>Haga clic para modificar el estilo de texto del patrón</a:t>
            </a:r>
          </a:p>
        </p:txBody>
      </p:sp>
      <p:sp>
        <p:nvSpPr>
          <p:cNvPr id="4" name="Content Placeholder 3"/>
          <p:cNvSpPr>
            <a:spLocks noGrp="1"/>
          </p:cNvSpPr>
          <p:nvPr>
            <p:ph sz="half" idx="2"/>
          </p:nvPr>
        </p:nvSpPr>
        <p:spPr>
          <a:xfrm>
            <a:off x="629842" y="1878806"/>
            <a:ext cx="3868340" cy="2763441"/>
          </a:xfrm>
        </p:spPr>
        <p:txBody>
          <a:body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5" name="Text Placeholder 4"/>
          <p:cNvSpPr>
            <a:spLocks noGrp="1"/>
          </p:cNvSpPr>
          <p:nvPr>
            <p:ph type="body" sz="quarter" idx="3"/>
          </p:nvPr>
        </p:nvSpPr>
        <p:spPr>
          <a:xfrm>
            <a:off x="4629153" y="1260872"/>
            <a:ext cx="3887391" cy="617934"/>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a:t>Haga clic para modificar el estilo de texto del patrón</a:t>
            </a:r>
          </a:p>
        </p:txBody>
      </p:sp>
      <p:sp>
        <p:nvSpPr>
          <p:cNvPr id="6" name="Content Placeholder 5"/>
          <p:cNvSpPr>
            <a:spLocks noGrp="1"/>
          </p:cNvSpPr>
          <p:nvPr>
            <p:ph sz="quarter" idx="4"/>
          </p:nvPr>
        </p:nvSpPr>
        <p:spPr>
          <a:xfrm>
            <a:off x="4629153" y="1878806"/>
            <a:ext cx="3887391" cy="2763441"/>
          </a:xfrm>
        </p:spPr>
        <p:txBody>
          <a:body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7" name="Date Placeholder 3">
            <a:extLst>
              <a:ext uri="{FF2B5EF4-FFF2-40B4-BE49-F238E27FC236}">
                <a16:creationId xmlns:a16="http://schemas.microsoft.com/office/drawing/2014/main" id="{5131C9AA-9CAB-412D-A661-1B6816B32404}"/>
              </a:ext>
            </a:extLst>
          </p:cNvPr>
          <p:cNvSpPr>
            <a:spLocks noGrp="1"/>
          </p:cNvSpPr>
          <p:nvPr>
            <p:ph type="dt" sz="half" idx="10"/>
          </p:nvPr>
        </p:nvSpPr>
        <p:spPr/>
        <p:txBody>
          <a:bodyPr/>
          <a:lstStyle>
            <a:lvl1pPr>
              <a:defRPr/>
            </a:lvl1pPr>
          </a:lstStyle>
          <a:p>
            <a:pPr>
              <a:defRPr/>
            </a:pPr>
            <a:fld id="{324C2538-665C-4B5E-B012-F43DEC74AE82}" type="datetimeFigureOut">
              <a:rPr lang="es-PE"/>
              <a:pPr>
                <a:defRPr/>
              </a:pPr>
              <a:t>22/07/2026</a:t>
            </a:fld>
            <a:endParaRPr lang="es-PE"/>
          </a:p>
        </p:txBody>
      </p:sp>
      <p:sp>
        <p:nvSpPr>
          <p:cNvPr id="8" name="Footer Placeholder 4">
            <a:extLst>
              <a:ext uri="{FF2B5EF4-FFF2-40B4-BE49-F238E27FC236}">
                <a16:creationId xmlns:a16="http://schemas.microsoft.com/office/drawing/2014/main" id="{106109EE-BBD5-4F61-BE4E-24F97F5B59C6}"/>
              </a:ext>
            </a:extLst>
          </p:cNvPr>
          <p:cNvSpPr>
            <a:spLocks noGrp="1"/>
          </p:cNvSpPr>
          <p:nvPr>
            <p:ph type="ftr" sz="quarter" idx="11"/>
          </p:nvPr>
        </p:nvSpPr>
        <p:spPr/>
        <p:txBody>
          <a:bodyPr/>
          <a:lstStyle>
            <a:lvl1pPr>
              <a:defRPr/>
            </a:lvl1pPr>
          </a:lstStyle>
          <a:p>
            <a:pPr>
              <a:defRPr/>
            </a:pPr>
            <a:endParaRPr lang="es-PE"/>
          </a:p>
        </p:txBody>
      </p:sp>
      <p:sp>
        <p:nvSpPr>
          <p:cNvPr id="9" name="Slide Number Placeholder 5">
            <a:extLst>
              <a:ext uri="{FF2B5EF4-FFF2-40B4-BE49-F238E27FC236}">
                <a16:creationId xmlns:a16="http://schemas.microsoft.com/office/drawing/2014/main" id="{198E910E-F54F-40A4-8DB0-16184CCF1B25}"/>
              </a:ext>
            </a:extLst>
          </p:cNvPr>
          <p:cNvSpPr>
            <a:spLocks noGrp="1"/>
          </p:cNvSpPr>
          <p:nvPr>
            <p:ph type="sldNum" sz="quarter" idx="12"/>
          </p:nvPr>
        </p:nvSpPr>
        <p:spPr/>
        <p:txBody>
          <a:bodyPr/>
          <a:lstStyle>
            <a:lvl1pPr>
              <a:defRPr/>
            </a:lvl1pPr>
          </a:lstStyle>
          <a:p>
            <a:fld id="{00217CF4-7422-4E4E-8A78-77B0B6A299F2}" type="slidenum">
              <a:rPr lang="es-PE" altLang="es-PE"/>
              <a:pPr/>
              <a:t>‹Nº›</a:t>
            </a:fld>
            <a:endParaRPr lang="es-PE" altLang="es-PE"/>
          </a:p>
        </p:txBody>
      </p:sp>
    </p:spTree>
    <p:extLst>
      <p:ext uri="{BB962C8B-B14F-4D97-AF65-F5344CB8AC3E}">
        <p14:creationId xmlns:p14="http://schemas.microsoft.com/office/powerpoint/2010/main" val="1502830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 para editar título</a:t>
            </a:r>
            <a:endParaRPr lang="en-US" dirty="0"/>
          </a:p>
        </p:txBody>
      </p:sp>
      <p:sp>
        <p:nvSpPr>
          <p:cNvPr id="3" name="Date Placeholder 3">
            <a:extLst>
              <a:ext uri="{FF2B5EF4-FFF2-40B4-BE49-F238E27FC236}">
                <a16:creationId xmlns:a16="http://schemas.microsoft.com/office/drawing/2014/main" id="{21AE7394-8541-402E-AC20-F44BF21FE7BF}"/>
              </a:ext>
            </a:extLst>
          </p:cNvPr>
          <p:cNvSpPr>
            <a:spLocks noGrp="1"/>
          </p:cNvSpPr>
          <p:nvPr>
            <p:ph type="dt" sz="half" idx="10"/>
          </p:nvPr>
        </p:nvSpPr>
        <p:spPr/>
        <p:txBody>
          <a:bodyPr/>
          <a:lstStyle>
            <a:lvl1pPr>
              <a:defRPr/>
            </a:lvl1pPr>
          </a:lstStyle>
          <a:p>
            <a:pPr>
              <a:defRPr/>
            </a:pPr>
            <a:fld id="{D2049084-2259-4726-8BBF-49ECFBC16852}" type="datetimeFigureOut">
              <a:rPr lang="es-PE"/>
              <a:pPr>
                <a:defRPr/>
              </a:pPr>
              <a:t>22/07/2026</a:t>
            </a:fld>
            <a:endParaRPr lang="es-PE"/>
          </a:p>
        </p:txBody>
      </p:sp>
      <p:sp>
        <p:nvSpPr>
          <p:cNvPr id="4" name="Footer Placeholder 4">
            <a:extLst>
              <a:ext uri="{FF2B5EF4-FFF2-40B4-BE49-F238E27FC236}">
                <a16:creationId xmlns:a16="http://schemas.microsoft.com/office/drawing/2014/main" id="{DC0F616E-50D6-4693-8D56-601B84471E7E}"/>
              </a:ext>
            </a:extLst>
          </p:cNvPr>
          <p:cNvSpPr>
            <a:spLocks noGrp="1"/>
          </p:cNvSpPr>
          <p:nvPr>
            <p:ph type="ftr" sz="quarter" idx="11"/>
          </p:nvPr>
        </p:nvSpPr>
        <p:spPr/>
        <p:txBody>
          <a:bodyPr/>
          <a:lstStyle>
            <a:lvl1pPr>
              <a:defRPr/>
            </a:lvl1pPr>
          </a:lstStyle>
          <a:p>
            <a:pPr>
              <a:defRPr/>
            </a:pPr>
            <a:endParaRPr lang="es-PE"/>
          </a:p>
        </p:txBody>
      </p:sp>
      <p:sp>
        <p:nvSpPr>
          <p:cNvPr id="5" name="Slide Number Placeholder 5">
            <a:extLst>
              <a:ext uri="{FF2B5EF4-FFF2-40B4-BE49-F238E27FC236}">
                <a16:creationId xmlns:a16="http://schemas.microsoft.com/office/drawing/2014/main" id="{94BFE0F9-D155-4AFF-A07B-A467E3DEBB29}"/>
              </a:ext>
            </a:extLst>
          </p:cNvPr>
          <p:cNvSpPr>
            <a:spLocks noGrp="1"/>
          </p:cNvSpPr>
          <p:nvPr>
            <p:ph type="sldNum" sz="quarter" idx="12"/>
          </p:nvPr>
        </p:nvSpPr>
        <p:spPr/>
        <p:txBody>
          <a:bodyPr/>
          <a:lstStyle>
            <a:lvl1pPr>
              <a:defRPr/>
            </a:lvl1pPr>
          </a:lstStyle>
          <a:p>
            <a:fld id="{153B3B64-21DC-43E1-81CC-17E8BAACB13D}" type="slidenum">
              <a:rPr lang="es-PE" altLang="es-PE"/>
              <a:pPr/>
              <a:t>‹Nº›</a:t>
            </a:fld>
            <a:endParaRPr lang="es-PE" altLang="es-PE"/>
          </a:p>
        </p:txBody>
      </p:sp>
    </p:spTree>
    <p:extLst>
      <p:ext uri="{BB962C8B-B14F-4D97-AF65-F5344CB8AC3E}">
        <p14:creationId xmlns:p14="http://schemas.microsoft.com/office/powerpoint/2010/main" val="2515694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A9A0D7E-BF99-41D8-8996-EBDBF6A7EB50}"/>
              </a:ext>
            </a:extLst>
          </p:cNvPr>
          <p:cNvSpPr>
            <a:spLocks noGrp="1"/>
          </p:cNvSpPr>
          <p:nvPr>
            <p:ph type="dt" sz="half" idx="10"/>
          </p:nvPr>
        </p:nvSpPr>
        <p:spPr/>
        <p:txBody>
          <a:bodyPr/>
          <a:lstStyle>
            <a:lvl1pPr>
              <a:defRPr/>
            </a:lvl1pPr>
          </a:lstStyle>
          <a:p>
            <a:pPr>
              <a:defRPr/>
            </a:pPr>
            <a:fld id="{8A406316-142C-416B-83C0-09D046BA8FB4}" type="datetimeFigureOut">
              <a:rPr lang="es-PE"/>
              <a:pPr>
                <a:defRPr/>
              </a:pPr>
              <a:t>22/07/2026</a:t>
            </a:fld>
            <a:endParaRPr lang="es-PE"/>
          </a:p>
        </p:txBody>
      </p:sp>
      <p:sp>
        <p:nvSpPr>
          <p:cNvPr id="3" name="Footer Placeholder 4">
            <a:extLst>
              <a:ext uri="{FF2B5EF4-FFF2-40B4-BE49-F238E27FC236}">
                <a16:creationId xmlns:a16="http://schemas.microsoft.com/office/drawing/2014/main" id="{1B0213DE-A735-4215-8DDE-81F26B2D5C98}"/>
              </a:ext>
            </a:extLst>
          </p:cNvPr>
          <p:cNvSpPr>
            <a:spLocks noGrp="1"/>
          </p:cNvSpPr>
          <p:nvPr>
            <p:ph type="ftr" sz="quarter" idx="11"/>
          </p:nvPr>
        </p:nvSpPr>
        <p:spPr/>
        <p:txBody>
          <a:bodyPr/>
          <a:lstStyle>
            <a:lvl1pPr>
              <a:defRPr/>
            </a:lvl1pPr>
          </a:lstStyle>
          <a:p>
            <a:pPr>
              <a:defRPr/>
            </a:pPr>
            <a:endParaRPr lang="es-PE"/>
          </a:p>
        </p:txBody>
      </p:sp>
      <p:sp>
        <p:nvSpPr>
          <p:cNvPr id="4" name="Slide Number Placeholder 5">
            <a:extLst>
              <a:ext uri="{FF2B5EF4-FFF2-40B4-BE49-F238E27FC236}">
                <a16:creationId xmlns:a16="http://schemas.microsoft.com/office/drawing/2014/main" id="{203998D8-CB8A-4A3E-90F7-F8B07E3021F0}"/>
              </a:ext>
            </a:extLst>
          </p:cNvPr>
          <p:cNvSpPr>
            <a:spLocks noGrp="1"/>
          </p:cNvSpPr>
          <p:nvPr>
            <p:ph type="sldNum" sz="quarter" idx="12"/>
          </p:nvPr>
        </p:nvSpPr>
        <p:spPr/>
        <p:txBody>
          <a:bodyPr/>
          <a:lstStyle>
            <a:lvl1pPr>
              <a:defRPr/>
            </a:lvl1pPr>
          </a:lstStyle>
          <a:p>
            <a:fld id="{F3A4916F-F33F-4348-BDBC-0A4D2D9BD2C6}" type="slidenum">
              <a:rPr lang="es-PE" altLang="es-PE"/>
              <a:pPr/>
              <a:t>‹Nº›</a:t>
            </a:fld>
            <a:endParaRPr lang="es-PE" altLang="es-PE"/>
          </a:p>
        </p:txBody>
      </p:sp>
    </p:spTree>
    <p:extLst>
      <p:ext uri="{BB962C8B-B14F-4D97-AF65-F5344CB8AC3E}">
        <p14:creationId xmlns:p14="http://schemas.microsoft.com/office/powerpoint/2010/main" val="3505064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350"/>
            </a:lvl1pPr>
          </a:lstStyle>
          <a:p>
            <a:r>
              <a:rPr lang="en-US"/>
              <a:t>Clic para editar título</a:t>
            </a:r>
            <a:endParaRPr lang="en-US" dirty="0"/>
          </a:p>
        </p:txBody>
      </p:sp>
      <p:sp>
        <p:nvSpPr>
          <p:cNvPr id="3" name="Content Placeholder 2"/>
          <p:cNvSpPr>
            <a:spLocks noGrp="1"/>
          </p:cNvSpPr>
          <p:nvPr>
            <p:ph idx="1"/>
          </p:nvPr>
        </p:nvSpPr>
        <p:spPr>
          <a:xfrm>
            <a:off x="3887391" y="740571"/>
            <a:ext cx="4629150" cy="3655219"/>
          </a:xfrm>
        </p:spPr>
        <p:txBody>
          <a:bodyPr/>
          <a:lstStyle>
            <a:lvl1pPr>
              <a:defRPr sz="1350"/>
            </a:lvl1pPr>
            <a:lvl2pPr>
              <a:defRPr sz="1181"/>
            </a:lvl2pPr>
            <a:lvl3pPr>
              <a:defRPr sz="1013"/>
            </a:lvl3pPr>
            <a:lvl4pPr>
              <a:defRPr sz="844"/>
            </a:lvl4pPr>
            <a:lvl5pPr>
              <a:defRPr sz="844"/>
            </a:lvl5pPr>
            <a:lvl6pPr>
              <a:defRPr sz="844"/>
            </a:lvl6pPr>
            <a:lvl7pPr>
              <a:defRPr sz="844"/>
            </a:lvl7pPr>
            <a:lvl8pPr>
              <a:defRPr sz="844"/>
            </a:lvl8pPr>
            <a:lvl9pPr>
              <a:defRPr sz="844"/>
            </a:lvl9pPr>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en-US"/>
              <a:t>Haga clic para modificar el estilo de texto del patrón</a:t>
            </a:r>
          </a:p>
        </p:txBody>
      </p:sp>
      <p:sp>
        <p:nvSpPr>
          <p:cNvPr id="5" name="Date Placeholder 3">
            <a:extLst>
              <a:ext uri="{FF2B5EF4-FFF2-40B4-BE49-F238E27FC236}">
                <a16:creationId xmlns:a16="http://schemas.microsoft.com/office/drawing/2014/main" id="{57115648-C7FE-499E-8604-46BEA3CC03A4}"/>
              </a:ext>
            </a:extLst>
          </p:cNvPr>
          <p:cNvSpPr>
            <a:spLocks noGrp="1"/>
          </p:cNvSpPr>
          <p:nvPr>
            <p:ph type="dt" sz="half" idx="10"/>
          </p:nvPr>
        </p:nvSpPr>
        <p:spPr/>
        <p:txBody>
          <a:bodyPr/>
          <a:lstStyle>
            <a:lvl1pPr>
              <a:defRPr/>
            </a:lvl1pPr>
          </a:lstStyle>
          <a:p>
            <a:pPr>
              <a:defRPr/>
            </a:pPr>
            <a:fld id="{EC343473-96B9-49BF-BD68-D581FA369FA7}" type="datetimeFigureOut">
              <a:rPr lang="es-PE"/>
              <a:pPr>
                <a:defRPr/>
              </a:pPr>
              <a:t>22/07/2026</a:t>
            </a:fld>
            <a:endParaRPr lang="es-PE"/>
          </a:p>
        </p:txBody>
      </p:sp>
      <p:sp>
        <p:nvSpPr>
          <p:cNvPr id="6" name="Footer Placeholder 4">
            <a:extLst>
              <a:ext uri="{FF2B5EF4-FFF2-40B4-BE49-F238E27FC236}">
                <a16:creationId xmlns:a16="http://schemas.microsoft.com/office/drawing/2014/main" id="{4F1E0CF6-41C1-4DD5-BD78-BE3DD4EAA11A}"/>
              </a:ext>
            </a:extLst>
          </p:cNvPr>
          <p:cNvSpPr>
            <a:spLocks noGrp="1"/>
          </p:cNvSpPr>
          <p:nvPr>
            <p:ph type="ftr" sz="quarter" idx="11"/>
          </p:nvPr>
        </p:nvSpPr>
        <p:spPr/>
        <p:txBody>
          <a:bodyPr/>
          <a:lstStyle>
            <a:lvl1pPr>
              <a:defRPr/>
            </a:lvl1pPr>
          </a:lstStyle>
          <a:p>
            <a:pPr>
              <a:defRPr/>
            </a:pPr>
            <a:endParaRPr lang="es-PE"/>
          </a:p>
        </p:txBody>
      </p:sp>
      <p:sp>
        <p:nvSpPr>
          <p:cNvPr id="7" name="Slide Number Placeholder 5">
            <a:extLst>
              <a:ext uri="{FF2B5EF4-FFF2-40B4-BE49-F238E27FC236}">
                <a16:creationId xmlns:a16="http://schemas.microsoft.com/office/drawing/2014/main" id="{7E2476E3-46B1-43DA-891E-30DA517C634A}"/>
              </a:ext>
            </a:extLst>
          </p:cNvPr>
          <p:cNvSpPr>
            <a:spLocks noGrp="1"/>
          </p:cNvSpPr>
          <p:nvPr>
            <p:ph type="sldNum" sz="quarter" idx="12"/>
          </p:nvPr>
        </p:nvSpPr>
        <p:spPr/>
        <p:txBody>
          <a:bodyPr/>
          <a:lstStyle>
            <a:lvl1pPr>
              <a:defRPr/>
            </a:lvl1pPr>
          </a:lstStyle>
          <a:p>
            <a:fld id="{C8F7A839-A388-4114-A7F7-5A0C35EA50EB}" type="slidenum">
              <a:rPr lang="es-PE" altLang="es-PE"/>
              <a:pPr/>
              <a:t>‹Nº›</a:t>
            </a:fld>
            <a:endParaRPr lang="es-PE" altLang="es-PE"/>
          </a:p>
        </p:txBody>
      </p:sp>
    </p:spTree>
    <p:extLst>
      <p:ext uri="{BB962C8B-B14F-4D97-AF65-F5344CB8AC3E}">
        <p14:creationId xmlns:p14="http://schemas.microsoft.com/office/powerpoint/2010/main" val="3819293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350"/>
            </a:lvl1pPr>
          </a:lstStyle>
          <a:p>
            <a:r>
              <a:rPr lang="en-US"/>
              <a:t>Clic para editar título</a:t>
            </a:r>
            <a:endParaRPr lang="en-US" dirty="0"/>
          </a:p>
        </p:txBody>
      </p:sp>
      <p:sp>
        <p:nvSpPr>
          <p:cNvPr id="3" name="Picture Placeholder 2"/>
          <p:cNvSpPr>
            <a:spLocks noGrp="1" noChangeAspect="1"/>
          </p:cNvSpPr>
          <p:nvPr>
            <p:ph type="pic" idx="1"/>
          </p:nvPr>
        </p:nvSpPr>
        <p:spPr>
          <a:xfrm>
            <a:off x="3887391" y="740571"/>
            <a:ext cx="4629150" cy="3655219"/>
          </a:xfrm>
        </p:spPr>
        <p:txBody>
          <a:bodyPr rtlCol="0">
            <a:normAutofit/>
          </a:bodyPr>
          <a:lstStyle>
            <a:lvl1pPr marL="0" indent="0">
              <a:buNone/>
              <a:defRPr sz="1350"/>
            </a:lvl1pPr>
            <a:lvl2pPr marL="192881" indent="0">
              <a:buNone/>
              <a:defRPr sz="1181"/>
            </a:lvl2pPr>
            <a:lvl3pPr marL="385763" indent="0">
              <a:buNone/>
              <a:defRPr sz="1013"/>
            </a:lvl3pPr>
            <a:lvl4pPr marL="578644" indent="0">
              <a:buNone/>
              <a:defRPr sz="844"/>
            </a:lvl4pPr>
            <a:lvl5pPr marL="771525" indent="0">
              <a:buNone/>
              <a:defRPr sz="844"/>
            </a:lvl5pPr>
            <a:lvl6pPr marL="964406" indent="0">
              <a:buNone/>
              <a:defRPr sz="844"/>
            </a:lvl6pPr>
            <a:lvl7pPr marL="1157288" indent="0">
              <a:buNone/>
              <a:defRPr sz="844"/>
            </a:lvl7pPr>
            <a:lvl8pPr marL="1350169" indent="0">
              <a:buNone/>
              <a:defRPr sz="844"/>
            </a:lvl8pPr>
            <a:lvl9pPr marL="1543050" indent="0">
              <a:buNone/>
              <a:defRPr sz="844"/>
            </a:lvl9pPr>
          </a:lstStyle>
          <a:p>
            <a:pPr lvl="0"/>
            <a:r>
              <a:rPr lang="en-US" noProof="0"/>
              <a:t>Arrastre la imagen al marcador de posición o haga clic en el icono para agregar</a:t>
            </a:r>
            <a:endParaRPr lang="en-US" noProof="0"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en-US"/>
              <a:t>Haga clic para modificar el estilo de texto del patrón</a:t>
            </a:r>
          </a:p>
        </p:txBody>
      </p:sp>
      <p:sp>
        <p:nvSpPr>
          <p:cNvPr id="5" name="Date Placeholder 3">
            <a:extLst>
              <a:ext uri="{FF2B5EF4-FFF2-40B4-BE49-F238E27FC236}">
                <a16:creationId xmlns:a16="http://schemas.microsoft.com/office/drawing/2014/main" id="{CB8F2CB5-C6B3-47B3-BD61-345D4A2C41AE}"/>
              </a:ext>
            </a:extLst>
          </p:cNvPr>
          <p:cNvSpPr>
            <a:spLocks noGrp="1"/>
          </p:cNvSpPr>
          <p:nvPr>
            <p:ph type="dt" sz="half" idx="10"/>
          </p:nvPr>
        </p:nvSpPr>
        <p:spPr/>
        <p:txBody>
          <a:bodyPr/>
          <a:lstStyle>
            <a:lvl1pPr>
              <a:defRPr/>
            </a:lvl1pPr>
          </a:lstStyle>
          <a:p>
            <a:pPr>
              <a:defRPr/>
            </a:pPr>
            <a:fld id="{89646E41-D5B8-4CFB-9639-FAD401ED41AB}" type="datetimeFigureOut">
              <a:rPr lang="es-PE"/>
              <a:pPr>
                <a:defRPr/>
              </a:pPr>
              <a:t>22/07/2026</a:t>
            </a:fld>
            <a:endParaRPr lang="es-PE"/>
          </a:p>
        </p:txBody>
      </p:sp>
      <p:sp>
        <p:nvSpPr>
          <p:cNvPr id="6" name="Footer Placeholder 4">
            <a:extLst>
              <a:ext uri="{FF2B5EF4-FFF2-40B4-BE49-F238E27FC236}">
                <a16:creationId xmlns:a16="http://schemas.microsoft.com/office/drawing/2014/main" id="{35EEF1B2-4650-4F43-8E9D-908E253BE98C}"/>
              </a:ext>
            </a:extLst>
          </p:cNvPr>
          <p:cNvSpPr>
            <a:spLocks noGrp="1"/>
          </p:cNvSpPr>
          <p:nvPr>
            <p:ph type="ftr" sz="quarter" idx="11"/>
          </p:nvPr>
        </p:nvSpPr>
        <p:spPr/>
        <p:txBody>
          <a:bodyPr/>
          <a:lstStyle>
            <a:lvl1pPr>
              <a:defRPr/>
            </a:lvl1pPr>
          </a:lstStyle>
          <a:p>
            <a:pPr>
              <a:defRPr/>
            </a:pPr>
            <a:endParaRPr lang="es-PE"/>
          </a:p>
        </p:txBody>
      </p:sp>
      <p:sp>
        <p:nvSpPr>
          <p:cNvPr id="7" name="Slide Number Placeholder 5">
            <a:extLst>
              <a:ext uri="{FF2B5EF4-FFF2-40B4-BE49-F238E27FC236}">
                <a16:creationId xmlns:a16="http://schemas.microsoft.com/office/drawing/2014/main" id="{37882268-6FF4-4231-B51D-372FF1A4BA9D}"/>
              </a:ext>
            </a:extLst>
          </p:cNvPr>
          <p:cNvSpPr>
            <a:spLocks noGrp="1"/>
          </p:cNvSpPr>
          <p:nvPr>
            <p:ph type="sldNum" sz="quarter" idx="12"/>
          </p:nvPr>
        </p:nvSpPr>
        <p:spPr/>
        <p:txBody>
          <a:bodyPr/>
          <a:lstStyle>
            <a:lvl1pPr>
              <a:defRPr/>
            </a:lvl1pPr>
          </a:lstStyle>
          <a:p>
            <a:fld id="{D27D4107-9E37-44CA-AC91-AF508D5F2AA2}" type="slidenum">
              <a:rPr lang="es-PE" altLang="es-PE"/>
              <a:pPr/>
              <a:t>‹Nº›</a:t>
            </a:fld>
            <a:endParaRPr lang="es-PE" altLang="es-PE"/>
          </a:p>
        </p:txBody>
      </p:sp>
    </p:spTree>
    <p:extLst>
      <p:ext uri="{BB962C8B-B14F-4D97-AF65-F5344CB8AC3E}">
        <p14:creationId xmlns:p14="http://schemas.microsoft.com/office/powerpoint/2010/main" val="180386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 para editar título</a:t>
            </a:r>
            <a:endParaRPr lang="en-US" dirty="0"/>
          </a:p>
        </p:txBody>
      </p:sp>
      <p:sp>
        <p:nvSpPr>
          <p:cNvPr id="3" name="Vertical Text Placeholder 2"/>
          <p:cNvSpPr>
            <a:spLocks noGrp="1"/>
          </p:cNvSpPr>
          <p:nvPr>
            <p:ph type="body" orient="vert" idx="1"/>
          </p:nvPr>
        </p:nvSpPr>
        <p:spPr/>
        <p:txBody>
          <a:bodyPr vert="eaVert"/>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4" name="Date Placeholder 3">
            <a:extLst>
              <a:ext uri="{FF2B5EF4-FFF2-40B4-BE49-F238E27FC236}">
                <a16:creationId xmlns:a16="http://schemas.microsoft.com/office/drawing/2014/main" id="{9C703D86-B979-4AB2-8B5A-56838A836672}"/>
              </a:ext>
            </a:extLst>
          </p:cNvPr>
          <p:cNvSpPr>
            <a:spLocks noGrp="1"/>
          </p:cNvSpPr>
          <p:nvPr>
            <p:ph type="dt" sz="half" idx="10"/>
          </p:nvPr>
        </p:nvSpPr>
        <p:spPr/>
        <p:txBody>
          <a:bodyPr/>
          <a:lstStyle>
            <a:lvl1pPr>
              <a:defRPr/>
            </a:lvl1pPr>
          </a:lstStyle>
          <a:p>
            <a:pPr>
              <a:defRPr/>
            </a:pPr>
            <a:fld id="{F902C30B-1592-4300-A5AC-21ADDF01E32D}" type="datetimeFigureOut">
              <a:rPr lang="es-PE"/>
              <a:pPr>
                <a:defRPr/>
              </a:pPr>
              <a:t>22/07/2026</a:t>
            </a:fld>
            <a:endParaRPr lang="es-PE"/>
          </a:p>
        </p:txBody>
      </p:sp>
      <p:sp>
        <p:nvSpPr>
          <p:cNvPr id="5" name="Footer Placeholder 4">
            <a:extLst>
              <a:ext uri="{FF2B5EF4-FFF2-40B4-BE49-F238E27FC236}">
                <a16:creationId xmlns:a16="http://schemas.microsoft.com/office/drawing/2014/main" id="{C367E333-7A2B-40ED-AD85-6EBA8584ECD8}"/>
              </a:ext>
            </a:extLst>
          </p:cNvPr>
          <p:cNvSpPr>
            <a:spLocks noGrp="1"/>
          </p:cNvSpPr>
          <p:nvPr>
            <p:ph type="ftr" sz="quarter" idx="11"/>
          </p:nvPr>
        </p:nvSpPr>
        <p:spPr/>
        <p:txBody>
          <a:bodyPr/>
          <a:lstStyle>
            <a:lvl1pPr>
              <a:defRPr/>
            </a:lvl1pPr>
          </a:lstStyle>
          <a:p>
            <a:pPr>
              <a:defRPr/>
            </a:pPr>
            <a:endParaRPr lang="es-PE"/>
          </a:p>
        </p:txBody>
      </p:sp>
      <p:sp>
        <p:nvSpPr>
          <p:cNvPr id="6" name="Slide Number Placeholder 5">
            <a:extLst>
              <a:ext uri="{FF2B5EF4-FFF2-40B4-BE49-F238E27FC236}">
                <a16:creationId xmlns:a16="http://schemas.microsoft.com/office/drawing/2014/main" id="{0B131099-0E47-4E02-A64D-78A7F327E9A4}"/>
              </a:ext>
            </a:extLst>
          </p:cNvPr>
          <p:cNvSpPr>
            <a:spLocks noGrp="1"/>
          </p:cNvSpPr>
          <p:nvPr>
            <p:ph type="sldNum" sz="quarter" idx="12"/>
          </p:nvPr>
        </p:nvSpPr>
        <p:spPr/>
        <p:txBody>
          <a:bodyPr/>
          <a:lstStyle>
            <a:lvl1pPr>
              <a:defRPr/>
            </a:lvl1pPr>
          </a:lstStyle>
          <a:p>
            <a:fld id="{771EC5B7-8039-4D2B-9262-B5EF66B1E824}" type="slidenum">
              <a:rPr lang="es-PE" altLang="es-PE"/>
              <a:pPr/>
              <a:t>‹Nº›</a:t>
            </a:fld>
            <a:endParaRPr lang="es-PE" altLang="es-PE"/>
          </a:p>
        </p:txBody>
      </p:sp>
    </p:spTree>
    <p:extLst>
      <p:ext uri="{BB962C8B-B14F-4D97-AF65-F5344CB8AC3E}">
        <p14:creationId xmlns:p14="http://schemas.microsoft.com/office/powerpoint/2010/main" val="246123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p:spPr>
        <p:txBody>
          <a:bodyPr vert="eaVert"/>
          <a:lstStyle/>
          <a:p>
            <a:r>
              <a:rPr lang="en-US"/>
              <a:t>Clic para editar título</a:t>
            </a:r>
            <a:endParaRPr lang="en-US" dirty="0"/>
          </a:p>
        </p:txBody>
      </p:sp>
      <p:sp>
        <p:nvSpPr>
          <p:cNvPr id="3" name="Vertical Text Placeholder 2"/>
          <p:cNvSpPr>
            <a:spLocks noGrp="1"/>
          </p:cNvSpPr>
          <p:nvPr>
            <p:ph type="body" orient="vert" idx="1"/>
          </p:nvPr>
        </p:nvSpPr>
        <p:spPr>
          <a:xfrm>
            <a:off x="628653" y="273845"/>
            <a:ext cx="5800725" cy="4358879"/>
          </a:xfrm>
        </p:spPr>
        <p:txBody>
          <a:bodyPr vert="eaVert"/>
          <a:lstStyle/>
          <a:p>
            <a:pPr lvl="0"/>
            <a:r>
              <a:rPr lang="en-US"/>
              <a:t>Haga clic para modificar el estilo de texto del patrón</a:t>
            </a:r>
          </a:p>
          <a:p>
            <a:pPr lvl="1"/>
            <a:r>
              <a:rPr lang="en-US"/>
              <a:t>Segundo nivel</a:t>
            </a:r>
          </a:p>
          <a:p>
            <a:pPr lvl="2"/>
            <a:r>
              <a:rPr lang="en-US"/>
              <a:t>Tercer nivel</a:t>
            </a:r>
          </a:p>
          <a:p>
            <a:pPr lvl="3"/>
            <a:r>
              <a:rPr lang="en-US"/>
              <a:t>Cuarto nivel</a:t>
            </a:r>
          </a:p>
          <a:p>
            <a:pPr lvl="4"/>
            <a:r>
              <a:rPr lang="en-US"/>
              <a:t>Quinto nivel</a:t>
            </a:r>
            <a:endParaRPr lang="en-US" dirty="0"/>
          </a:p>
        </p:txBody>
      </p:sp>
      <p:sp>
        <p:nvSpPr>
          <p:cNvPr id="4" name="Date Placeholder 3">
            <a:extLst>
              <a:ext uri="{FF2B5EF4-FFF2-40B4-BE49-F238E27FC236}">
                <a16:creationId xmlns:a16="http://schemas.microsoft.com/office/drawing/2014/main" id="{8349AB86-9540-4DB1-B1EF-B7D31556E466}"/>
              </a:ext>
            </a:extLst>
          </p:cNvPr>
          <p:cNvSpPr>
            <a:spLocks noGrp="1"/>
          </p:cNvSpPr>
          <p:nvPr>
            <p:ph type="dt" sz="half" idx="10"/>
          </p:nvPr>
        </p:nvSpPr>
        <p:spPr/>
        <p:txBody>
          <a:bodyPr/>
          <a:lstStyle>
            <a:lvl1pPr>
              <a:defRPr/>
            </a:lvl1pPr>
          </a:lstStyle>
          <a:p>
            <a:pPr>
              <a:defRPr/>
            </a:pPr>
            <a:fld id="{D7D2753E-CEA4-4E22-9ABD-AA7390D673D2}" type="datetimeFigureOut">
              <a:rPr lang="es-PE"/>
              <a:pPr>
                <a:defRPr/>
              </a:pPr>
              <a:t>22/07/2026</a:t>
            </a:fld>
            <a:endParaRPr lang="es-PE"/>
          </a:p>
        </p:txBody>
      </p:sp>
      <p:sp>
        <p:nvSpPr>
          <p:cNvPr id="5" name="Footer Placeholder 4">
            <a:extLst>
              <a:ext uri="{FF2B5EF4-FFF2-40B4-BE49-F238E27FC236}">
                <a16:creationId xmlns:a16="http://schemas.microsoft.com/office/drawing/2014/main" id="{15D4337D-B02E-4DB4-8901-2DBABA5E57CF}"/>
              </a:ext>
            </a:extLst>
          </p:cNvPr>
          <p:cNvSpPr>
            <a:spLocks noGrp="1"/>
          </p:cNvSpPr>
          <p:nvPr>
            <p:ph type="ftr" sz="quarter" idx="11"/>
          </p:nvPr>
        </p:nvSpPr>
        <p:spPr/>
        <p:txBody>
          <a:bodyPr/>
          <a:lstStyle>
            <a:lvl1pPr>
              <a:defRPr/>
            </a:lvl1pPr>
          </a:lstStyle>
          <a:p>
            <a:pPr>
              <a:defRPr/>
            </a:pPr>
            <a:endParaRPr lang="es-PE"/>
          </a:p>
        </p:txBody>
      </p:sp>
      <p:sp>
        <p:nvSpPr>
          <p:cNvPr id="6" name="Slide Number Placeholder 5">
            <a:extLst>
              <a:ext uri="{FF2B5EF4-FFF2-40B4-BE49-F238E27FC236}">
                <a16:creationId xmlns:a16="http://schemas.microsoft.com/office/drawing/2014/main" id="{EF6DCB61-B610-4937-AE33-88E8B440EAF4}"/>
              </a:ext>
            </a:extLst>
          </p:cNvPr>
          <p:cNvSpPr>
            <a:spLocks noGrp="1"/>
          </p:cNvSpPr>
          <p:nvPr>
            <p:ph type="sldNum" sz="quarter" idx="12"/>
          </p:nvPr>
        </p:nvSpPr>
        <p:spPr/>
        <p:txBody>
          <a:bodyPr/>
          <a:lstStyle>
            <a:lvl1pPr>
              <a:defRPr/>
            </a:lvl1pPr>
          </a:lstStyle>
          <a:p>
            <a:fld id="{3970A6F8-0ED0-4381-95C4-C5138D478B9A}" type="slidenum">
              <a:rPr lang="es-PE" altLang="es-PE"/>
              <a:pPr/>
              <a:t>‹Nº›</a:t>
            </a:fld>
            <a:endParaRPr lang="es-PE" altLang="es-PE"/>
          </a:p>
        </p:txBody>
      </p:sp>
    </p:spTree>
    <p:extLst>
      <p:ext uri="{BB962C8B-B14F-4D97-AF65-F5344CB8AC3E}">
        <p14:creationId xmlns:p14="http://schemas.microsoft.com/office/powerpoint/2010/main" val="1988544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771391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574266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189" lvl="0" indent="-342892">
              <a:spcBef>
                <a:spcPts val="0"/>
              </a:spcBef>
              <a:spcAft>
                <a:spcPts val="0"/>
              </a:spcAft>
              <a:buSzPts val="1800"/>
              <a:buChar char="●"/>
              <a:defRPr/>
            </a:lvl1pPr>
            <a:lvl2pPr marL="914378"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2"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907469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189" lvl="0" indent="-317492">
              <a:spcBef>
                <a:spcPts val="0"/>
              </a:spcBef>
              <a:spcAft>
                <a:spcPts val="0"/>
              </a:spcAft>
              <a:buSzPts val="1400"/>
              <a:buChar char="●"/>
              <a:defRPr sz="1400"/>
            </a:lvl1pPr>
            <a:lvl2pPr marL="914378" lvl="1" indent="-304793">
              <a:spcBef>
                <a:spcPts val="0"/>
              </a:spcBef>
              <a:spcAft>
                <a:spcPts val="0"/>
              </a:spcAft>
              <a:buSzPts val="1200"/>
              <a:buChar char="○"/>
              <a:defRPr sz="1200"/>
            </a:lvl2pPr>
            <a:lvl3pPr marL="1371566" lvl="2" indent="-304793">
              <a:spcBef>
                <a:spcPts val="0"/>
              </a:spcBef>
              <a:spcAft>
                <a:spcPts val="0"/>
              </a:spcAft>
              <a:buSzPts val="1200"/>
              <a:buChar char="■"/>
              <a:defRPr sz="1200"/>
            </a:lvl3pPr>
            <a:lvl4pPr marL="1828754" lvl="3" indent="-304793">
              <a:spcBef>
                <a:spcPts val="0"/>
              </a:spcBef>
              <a:spcAft>
                <a:spcPts val="0"/>
              </a:spcAft>
              <a:buSzPts val="1200"/>
              <a:buChar char="●"/>
              <a:defRPr sz="1200"/>
            </a:lvl4pPr>
            <a:lvl5pPr marL="2285943" lvl="4" indent="-304793">
              <a:spcBef>
                <a:spcPts val="0"/>
              </a:spcBef>
              <a:spcAft>
                <a:spcPts val="0"/>
              </a:spcAft>
              <a:buSzPts val="1200"/>
              <a:buChar char="○"/>
              <a:defRPr sz="1200"/>
            </a:lvl5pPr>
            <a:lvl6pPr marL="2743132" lvl="5" indent="-304793">
              <a:spcBef>
                <a:spcPts val="0"/>
              </a:spcBef>
              <a:spcAft>
                <a:spcPts val="0"/>
              </a:spcAft>
              <a:buSzPts val="1200"/>
              <a:buChar char="■"/>
              <a:defRPr sz="1200"/>
            </a:lvl6pPr>
            <a:lvl7pPr marL="3200320" lvl="6" indent="-304793">
              <a:spcBef>
                <a:spcPts val="0"/>
              </a:spcBef>
              <a:spcAft>
                <a:spcPts val="0"/>
              </a:spcAft>
              <a:buSzPts val="1200"/>
              <a:buChar char="●"/>
              <a:defRPr sz="1200"/>
            </a:lvl7pPr>
            <a:lvl8pPr marL="3657509" lvl="7" indent="-304793">
              <a:spcBef>
                <a:spcPts val="0"/>
              </a:spcBef>
              <a:spcAft>
                <a:spcPts val="0"/>
              </a:spcAft>
              <a:buSzPts val="1200"/>
              <a:buChar char="○"/>
              <a:defRPr sz="1200"/>
            </a:lvl8pPr>
            <a:lvl9pPr marL="4114697" lvl="8" indent="-304793">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189" lvl="0" indent="-317492">
              <a:spcBef>
                <a:spcPts val="0"/>
              </a:spcBef>
              <a:spcAft>
                <a:spcPts val="0"/>
              </a:spcAft>
              <a:buSzPts val="1400"/>
              <a:buChar char="●"/>
              <a:defRPr sz="1400"/>
            </a:lvl1pPr>
            <a:lvl2pPr marL="914378" lvl="1" indent="-304793">
              <a:spcBef>
                <a:spcPts val="0"/>
              </a:spcBef>
              <a:spcAft>
                <a:spcPts val="0"/>
              </a:spcAft>
              <a:buSzPts val="1200"/>
              <a:buChar char="○"/>
              <a:defRPr sz="1200"/>
            </a:lvl2pPr>
            <a:lvl3pPr marL="1371566" lvl="2" indent="-304793">
              <a:spcBef>
                <a:spcPts val="0"/>
              </a:spcBef>
              <a:spcAft>
                <a:spcPts val="0"/>
              </a:spcAft>
              <a:buSzPts val="1200"/>
              <a:buChar char="■"/>
              <a:defRPr sz="1200"/>
            </a:lvl3pPr>
            <a:lvl4pPr marL="1828754" lvl="3" indent="-304793">
              <a:spcBef>
                <a:spcPts val="0"/>
              </a:spcBef>
              <a:spcAft>
                <a:spcPts val="0"/>
              </a:spcAft>
              <a:buSzPts val="1200"/>
              <a:buChar char="●"/>
              <a:defRPr sz="1200"/>
            </a:lvl4pPr>
            <a:lvl5pPr marL="2285943" lvl="4" indent="-304793">
              <a:spcBef>
                <a:spcPts val="0"/>
              </a:spcBef>
              <a:spcAft>
                <a:spcPts val="0"/>
              </a:spcAft>
              <a:buSzPts val="1200"/>
              <a:buChar char="○"/>
              <a:defRPr sz="1200"/>
            </a:lvl5pPr>
            <a:lvl6pPr marL="2743132" lvl="5" indent="-304793">
              <a:spcBef>
                <a:spcPts val="0"/>
              </a:spcBef>
              <a:spcAft>
                <a:spcPts val="0"/>
              </a:spcAft>
              <a:buSzPts val="1200"/>
              <a:buChar char="■"/>
              <a:defRPr sz="1200"/>
            </a:lvl6pPr>
            <a:lvl7pPr marL="3200320" lvl="6" indent="-304793">
              <a:spcBef>
                <a:spcPts val="0"/>
              </a:spcBef>
              <a:spcAft>
                <a:spcPts val="0"/>
              </a:spcAft>
              <a:buSzPts val="1200"/>
              <a:buChar char="●"/>
              <a:defRPr sz="1200"/>
            </a:lvl7pPr>
            <a:lvl8pPr marL="3657509" lvl="7" indent="-304793">
              <a:spcBef>
                <a:spcPts val="0"/>
              </a:spcBef>
              <a:spcAft>
                <a:spcPts val="0"/>
              </a:spcAft>
              <a:buSzPts val="1200"/>
              <a:buChar char="○"/>
              <a:defRPr sz="1200"/>
            </a:lvl8pPr>
            <a:lvl9pPr marL="4114697" lvl="8" indent="-304793">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4284433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375565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189" lvl="0" indent="-304793">
              <a:spcBef>
                <a:spcPts val="0"/>
              </a:spcBef>
              <a:spcAft>
                <a:spcPts val="0"/>
              </a:spcAft>
              <a:buSzPts val="1200"/>
              <a:buChar char="●"/>
              <a:defRPr sz="1200"/>
            </a:lvl1pPr>
            <a:lvl2pPr marL="914378" lvl="1" indent="-304793">
              <a:spcBef>
                <a:spcPts val="0"/>
              </a:spcBef>
              <a:spcAft>
                <a:spcPts val="0"/>
              </a:spcAft>
              <a:buSzPts val="1200"/>
              <a:buChar char="○"/>
              <a:defRPr sz="1200"/>
            </a:lvl2pPr>
            <a:lvl3pPr marL="1371566" lvl="2" indent="-304793">
              <a:spcBef>
                <a:spcPts val="0"/>
              </a:spcBef>
              <a:spcAft>
                <a:spcPts val="0"/>
              </a:spcAft>
              <a:buSzPts val="1200"/>
              <a:buChar char="■"/>
              <a:defRPr sz="1200"/>
            </a:lvl3pPr>
            <a:lvl4pPr marL="1828754" lvl="3" indent="-304793">
              <a:spcBef>
                <a:spcPts val="0"/>
              </a:spcBef>
              <a:spcAft>
                <a:spcPts val="0"/>
              </a:spcAft>
              <a:buSzPts val="1200"/>
              <a:buChar char="●"/>
              <a:defRPr sz="1200"/>
            </a:lvl4pPr>
            <a:lvl5pPr marL="2285943" lvl="4" indent="-304793">
              <a:spcBef>
                <a:spcPts val="0"/>
              </a:spcBef>
              <a:spcAft>
                <a:spcPts val="0"/>
              </a:spcAft>
              <a:buSzPts val="1200"/>
              <a:buChar char="○"/>
              <a:defRPr sz="1200"/>
            </a:lvl5pPr>
            <a:lvl6pPr marL="2743132" lvl="5" indent="-304793">
              <a:spcBef>
                <a:spcPts val="0"/>
              </a:spcBef>
              <a:spcAft>
                <a:spcPts val="0"/>
              </a:spcAft>
              <a:buSzPts val="1200"/>
              <a:buChar char="■"/>
              <a:defRPr sz="1200"/>
            </a:lvl6pPr>
            <a:lvl7pPr marL="3200320" lvl="6" indent="-304793">
              <a:spcBef>
                <a:spcPts val="0"/>
              </a:spcBef>
              <a:spcAft>
                <a:spcPts val="0"/>
              </a:spcAft>
              <a:buSzPts val="1200"/>
              <a:buChar char="●"/>
              <a:defRPr sz="1200"/>
            </a:lvl7pPr>
            <a:lvl8pPr marL="3657509" lvl="7" indent="-304793">
              <a:spcBef>
                <a:spcPts val="0"/>
              </a:spcBef>
              <a:spcAft>
                <a:spcPts val="0"/>
              </a:spcAft>
              <a:buSzPts val="1200"/>
              <a:buChar char="○"/>
              <a:defRPr sz="1200"/>
            </a:lvl8pPr>
            <a:lvl9pPr marL="4114697" lvl="8" indent="-304793">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982537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547778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189" lvl="0" indent="-342892">
              <a:spcBef>
                <a:spcPts val="0"/>
              </a:spcBef>
              <a:spcAft>
                <a:spcPts val="0"/>
              </a:spcAft>
              <a:buSzPts val="1800"/>
              <a:buChar char="●"/>
              <a:defRPr/>
            </a:lvl1pPr>
            <a:lvl2pPr marL="914378"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2"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991218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189" lvl="0" indent="-228594">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6248610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189" lvl="0" indent="-342892" algn="ctr">
              <a:spcBef>
                <a:spcPts val="0"/>
              </a:spcBef>
              <a:spcAft>
                <a:spcPts val="0"/>
              </a:spcAft>
              <a:buSzPts val="1800"/>
              <a:buChar char="●"/>
              <a:defRPr/>
            </a:lvl1pPr>
            <a:lvl2pPr marL="914378" lvl="1" indent="-317492" algn="ctr">
              <a:spcBef>
                <a:spcPts val="0"/>
              </a:spcBef>
              <a:spcAft>
                <a:spcPts val="0"/>
              </a:spcAft>
              <a:buSzPts val="1400"/>
              <a:buChar char="○"/>
              <a:defRPr/>
            </a:lvl2pPr>
            <a:lvl3pPr marL="1371566" lvl="2" indent="-317492" algn="ctr">
              <a:spcBef>
                <a:spcPts val="0"/>
              </a:spcBef>
              <a:spcAft>
                <a:spcPts val="0"/>
              </a:spcAft>
              <a:buSzPts val="1400"/>
              <a:buChar char="■"/>
              <a:defRPr/>
            </a:lvl3pPr>
            <a:lvl4pPr marL="1828754" lvl="3" indent="-317492" algn="ctr">
              <a:spcBef>
                <a:spcPts val="0"/>
              </a:spcBef>
              <a:spcAft>
                <a:spcPts val="0"/>
              </a:spcAft>
              <a:buSzPts val="1400"/>
              <a:buChar char="●"/>
              <a:defRPr/>
            </a:lvl4pPr>
            <a:lvl5pPr marL="2285943" lvl="4" indent="-317492" algn="ctr">
              <a:spcBef>
                <a:spcPts val="0"/>
              </a:spcBef>
              <a:spcAft>
                <a:spcPts val="0"/>
              </a:spcAft>
              <a:buSzPts val="1400"/>
              <a:buChar char="○"/>
              <a:defRPr/>
            </a:lvl5pPr>
            <a:lvl6pPr marL="2743132" lvl="5" indent="-317492" algn="ctr">
              <a:spcBef>
                <a:spcPts val="0"/>
              </a:spcBef>
              <a:spcAft>
                <a:spcPts val="0"/>
              </a:spcAft>
              <a:buSzPts val="1400"/>
              <a:buChar char="■"/>
              <a:defRPr/>
            </a:lvl6pPr>
            <a:lvl7pPr marL="3200320" lvl="6" indent="-317492" algn="ctr">
              <a:spcBef>
                <a:spcPts val="0"/>
              </a:spcBef>
              <a:spcAft>
                <a:spcPts val="0"/>
              </a:spcAft>
              <a:buSzPts val="1400"/>
              <a:buChar char="●"/>
              <a:defRPr/>
            </a:lvl7pPr>
            <a:lvl8pPr marL="3657509" lvl="7" indent="-317492" algn="ctr">
              <a:spcBef>
                <a:spcPts val="0"/>
              </a:spcBef>
              <a:spcAft>
                <a:spcPts val="0"/>
              </a:spcAft>
              <a:buSzPts val="1400"/>
              <a:buChar char="○"/>
              <a:defRPr/>
            </a:lvl8pPr>
            <a:lvl9pPr marL="4114697" lvl="8" indent="-317492"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282103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21731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7C09374-9C7C-4BE3-839A-70EAA3D5ACED}"/>
              </a:ext>
            </a:extLst>
          </p:cNvPr>
          <p:cNvSpPr>
            <a:spLocks noGrp="1" noChangeArrowheads="1"/>
          </p:cNvSpPr>
          <p:nvPr>
            <p:ph type="title"/>
          </p:nvPr>
        </p:nvSpPr>
        <p:spPr bwMode="auto">
          <a:xfrm>
            <a:off x="628650" y="273846"/>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PE"/>
              <a:t>Clic para editar título</a:t>
            </a:r>
          </a:p>
        </p:txBody>
      </p:sp>
      <p:sp>
        <p:nvSpPr>
          <p:cNvPr id="1027" name="Text Placeholder 2">
            <a:extLst>
              <a:ext uri="{FF2B5EF4-FFF2-40B4-BE49-F238E27FC236}">
                <a16:creationId xmlns:a16="http://schemas.microsoft.com/office/drawing/2014/main" id="{713F51E4-E53D-40D4-B625-826791F2B77E}"/>
              </a:ext>
            </a:extLst>
          </p:cNvPr>
          <p:cNvSpPr>
            <a:spLocks noGrp="1" noChangeArrowheads="1"/>
          </p:cNvSpPr>
          <p:nvPr>
            <p:ph type="body" idx="1"/>
          </p:nvPr>
        </p:nvSpPr>
        <p:spPr bwMode="auto">
          <a:xfrm>
            <a:off x="628650" y="1369219"/>
            <a:ext cx="7886700" cy="326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PE"/>
              <a:t>Haga clic para modificar el estilo de texto del patrón</a:t>
            </a:r>
          </a:p>
          <a:p>
            <a:pPr lvl="1"/>
            <a:r>
              <a:rPr lang="en-US" altLang="es-PE"/>
              <a:t>Segundo nivel</a:t>
            </a:r>
          </a:p>
          <a:p>
            <a:pPr lvl="2"/>
            <a:r>
              <a:rPr lang="en-US" altLang="es-PE"/>
              <a:t>Tercer nivel</a:t>
            </a:r>
          </a:p>
          <a:p>
            <a:pPr lvl="3"/>
            <a:r>
              <a:rPr lang="en-US" altLang="es-PE"/>
              <a:t>Cuarto nivel</a:t>
            </a:r>
          </a:p>
          <a:p>
            <a:pPr lvl="4"/>
            <a:r>
              <a:rPr lang="en-US" altLang="es-PE"/>
              <a:t>Quinto nivel</a:t>
            </a:r>
          </a:p>
        </p:txBody>
      </p:sp>
      <p:sp>
        <p:nvSpPr>
          <p:cNvPr id="4" name="Date Placeholder 3">
            <a:extLst>
              <a:ext uri="{FF2B5EF4-FFF2-40B4-BE49-F238E27FC236}">
                <a16:creationId xmlns:a16="http://schemas.microsoft.com/office/drawing/2014/main" id="{5848E504-6F81-4CB4-B526-C263F96B513A}"/>
              </a:ext>
            </a:extLst>
          </p:cNvPr>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eaLnBrk="1" fontAlgn="auto" hangingPunct="1">
              <a:spcBef>
                <a:spcPts val="0"/>
              </a:spcBef>
              <a:spcAft>
                <a:spcPts val="0"/>
              </a:spcAft>
              <a:defRPr sz="506">
                <a:solidFill>
                  <a:schemeClr val="tx1">
                    <a:tint val="75000"/>
                  </a:schemeClr>
                </a:solidFill>
                <a:latin typeface="+mn-lt"/>
              </a:defRPr>
            </a:lvl1pPr>
          </a:lstStyle>
          <a:p>
            <a:pPr>
              <a:defRPr/>
            </a:pPr>
            <a:fld id="{F765501A-5559-427F-8E45-D749E24FC7C1}" type="datetimeFigureOut">
              <a:rPr lang="es-PE"/>
              <a:pPr>
                <a:defRPr/>
              </a:pPr>
              <a:t>22/07/2026</a:t>
            </a:fld>
            <a:endParaRPr lang="es-PE"/>
          </a:p>
        </p:txBody>
      </p:sp>
      <p:sp>
        <p:nvSpPr>
          <p:cNvPr id="5" name="Footer Placeholder 4">
            <a:extLst>
              <a:ext uri="{FF2B5EF4-FFF2-40B4-BE49-F238E27FC236}">
                <a16:creationId xmlns:a16="http://schemas.microsoft.com/office/drawing/2014/main" id="{F14198E3-F1C5-4555-BFDB-4BF3A9300551}"/>
              </a:ext>
            </a:extLst>
          </p:cNvPr>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506">
                <a:solidFill>
                  <a:schemeClr val="tx1">
                    <a:tint val="75000"/>
                  </a:schemeClr>
                </a:solidFill>
                <a:latin typeface="+mn-lt"/>
              </a:defRPr>
            </a:lvl1pPr>
          </a:lstStyle>
          <a:p>
            <a:pPr>
              <a:defRPr/>
            </a:pPr>
            <a:endParaRPr lang="es-PE"/>
          </a:p>
        </p:txBody>
      </p:sp>
      <p:sp>
        <p:nvSpPr>
          <p:cNvPr id="6" name="Slide Number Placeholder 5">
            <a:extLst>
              <a:ext uri="{FF2B5EF4-FFF2-40B4-BE49-F238E27FC236}">
                <a16:creationId xmlns:a16="http://schemas.microsoft.com/office/drawing/2014/main" id="{D650AB53-F34F-47AE-99AE-866F2BE92C31}"/>
              </a:ext>
            </a:extLst>
          </p:cNvPr>
          <p:cNvSpPr>
            <a:spLocks noGrp="1"/>
          </p:cNvSpPr>
          <p:nvPr>
            <p:ph type="sldNum" sz="quarter" idx="4"/>
          </p:nvPr>
        </p:nvSpPr>
        <p:spPr>
          <a:xfrm>
            <a:off x="6457950" y="4767264"/>
            <a:ext cx="2057400" cy="273844"/>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506">
                <a:solidFill>
                  <a:srgbClr val="898989"/>
                </a:solidFill>
              </a:defRPr>
            </a:lvl1pPr>
          </a:lstStyle>
          <a:p>
            <a:fld id="{E7615513-C00D-43EC-8F3F-A662A49182DE}" type="slidenum">
              <a:rPr lang="es-PE" altLang="es-PE"/>
              <a:pPr/>
              <a:t>‹Nº›</a:t>
            </a:fld>
            <a:endParaRPr lang="es-PE" altLang="es-PE"/>
          </a:p>
        </p:txBody>
      </p:sp>
    </p:spTree>
    <p:extLst>
      <p:ext uri="{BB962C8B-B14F-4D97-AF65-F5344CB8AC3E}">
        <p14:creationId xmlns:p14="http://schemas.microsoft.com/office/powerpoint/2010/main" val="22391093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rtl="0" eaLnBrk="0" fontAlgn="base" hangingPunct="0">
        <a:lnSpc>
          <a:spcPct val="90000"/>
        </a:lnSpc>
        <a:spcBef>
          <a:spcPct val="0"/>
        </a:spcBef>
        <a:spcAft>
          <a:spcPct val="0"/>
        </a:spcAft>
        <a:defRPr sz="1856" kern="1200">
          <a:solidFill>
            <a:schemeClr val="tx1"/>
          </a:solidFill>
          <a:latin typeface="+mj-lt"/>
          <a:ea typeface="+mj-ea"/>
          <a:cs typeface="+mj-cs"/>
        </a:defRPr>
      </a:lvl1pPr>
      <a:lvl2pPr algn="l" rtl="0" eaLnBrk="0" fontAlgn="base" hangingPunct="0">
        <a:lnSpc>
          <a:spcPct val="90000"/>
        </a:lnSpc>
        <a:spcBef>
          <a:spcPct val="0"/>
        </a:spcBef>
        <a:spcAft>
          <a:spcPct val="0"/>
        </a:spcAft>
        <a:defRPr sz="1856">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1856">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1856">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1856">
          <a:solidFill>
            <a:schemeClr val="tx1"/>
          </a:solidFill>
          <a:latin typeface="Calibri Light" panose="020F0302020204030204" pitchFamily="34" charset="0"/>
        </a:defRPr>
      </a:lvl5pPr>
      <a:lvl6pPr marL="192881" algn="l" rtl="0" fontAlgn="base">
        <a:lnSpc>
          <a:spcPct val="90000"/>
        </a:lnSpc>
        <a:spcBef>
          <a:spcPct val="0"/>
        </a:spcBef>
        <a:spcAft>
          <a:spcPct val="0"/>
        </a:spcAft>
        <a:defRPr sz="1856">
          <a:solidFill>
            <a:schemeClr val="tx1"/>
          </a:solidFill>
          <a:latin typeface="Calibri Light" panose="020F0302020204030204" pitchFamily="34" charset="0"/>
        </a:defRPr>
      </a:lvl6pPr>
      <a:lvl7pPr marL="385763" algn="l" rtl="0" fontAlgn="base">
        <a:lnSpc>
          <a:spcPct val="90000"/>
        </a:lnSpc>
        <a:spcBef>
          <a:spcPct val="0"/>
        </a:spcBef>
        <a:spcAft>
          <a:spcPct val="0"/>
        </a:spcAft>
        <a:defRPr sz="1856">
          <a:solidFill>
            <a:schemeClr val="tx1"/>
          </a:solidFill>
          <a:latin typeface="Calibri Light" panose="020F0302020204030204" pitchFamily="34" charset="0"/>
        </a:defRPr>
      </a:lvl7pPr>
      <a:lvl8pPr marL="578644" algn="l" rtl="0" fontAlgn="base">
        <a:lnSpc>
          <a:spcPct val="90000"/>
        </a:lnSpc>
        <a:spcBef>
          <a:spcPct val="0"/>
        </a:spcBef>
        <a:spcAft>
          <a:spcPct val="0"/>
        </a:spcAft>
        <a:defRPr sz="1856">
          <a:solidFill>
            <a:schemeClr val="tx1"/>
          </a:solidFill>
          <a:latin typeface="Calibri Light" panose="020F0302020204030204" pitchFamily="34" charset="0"/>
        </a:defRPr>
      </a:lvl8pPr>
      <a:lvl9pPr marL="771525" algn="l" rtl="0" fontAlgn="base">
        <a:lnSpc>
          <a:spcPct val="90000"/>
        </a:lnSpc>
        <a:spcBef>
          <a:spcPct val="0"/>
        </a:spcBef>
        <a:spcAft>
          <a:spcPct val="0"/>
        </a:spcAft>
        <a:defRPr sz="1856">
          <a:solidFill>
            <a:schemeClr val="tx1"/>
          </a:solidFill>
          <a:latin typeface="Calibri Light" panose="020F0302020204030204" pitchFamily="34" charset="0"/>
        </a:defRPr>
      </a:lvl9pPr>
    </p:titleStyle>
    <p:bodyStyle>
      <a:lvl1pPr marL="96441" indent="-96441" algn="l" rtl="0" eaLnBrk="0" fontAlgn="base" hangingPunct="0">
        <a:lnSpc>
          <a:spcPct val="90000"/>
        </a:lnSpc>
        <a:spcBef>
          <a:spcPts val="422"/>
        </a:spcBef>
        <a:spcAft>
          <a:spcPct val="0"/>
        </a:spcAft>
        <a:buFont typeface="Arial" panose="020B0604020202020204" pitchFamily="34" charset="0"/>
        <a:buChar char="•"/>
        <a:defRPr sz="1181" kern="1200">
          <a:solidFill>
            <a:schemeClr val="tx1"/>
          </a:solidFill>
          <a:latin typeface="+mn-lt"/>
          <a:ea typeface="+mn-ea"/>
          <a:cs typeface="+mn-cs"/>
        </a:defRPr>
      </a:lvl1pPr>
      <a:lvl2pPr marL="289322" indent="-96441" algn="l" rtl="0" eaLnBrk="0" fontAlgn="base" hangingPunct="0">
        <a:lnSpc>
          <a:spcPct val="90000"/>
        </a:lnSpc>
        <a:spcBef>
          <a:spcPts val="211"/>
        </a:spcBef>
        <a:spcAft>
          <a:spcPct val="0"/>
        </a:spcAft>
        <a:buFont typeface="Arial" panose="020B0604020202020204" pitchFamily="34" charset="0"/>
        <a:buChar char="•"/>
        <a:defRPr sz="1013" kern="1200">
          <a:solidFill>
            <a:schemeClr val="tx1"/>
          </a:solidFill>
          <a:latin typeface="+mn-lt"/>
          <a:ea typeface="+mn-ea"/>
          <a:cs typeface="+mn-cs"/>
        </a:defRPr>
      </a:lvl2pPr>
      <a:lvl3pPr marL="482204" indent="-96441" algn="l" rtl="0" eaLnBrk="0" fontAlgn="base" hangingPunct="0">
        <a:lnSpc>
          <a:spcPct val="90000"/>
        </a:lnSpc>
        <a:spcBef>
          <a:spcPts val="211"/>
        </a:spcBef>
        <a:spcAft>
          <a:spcPct val="0"/>
        </a:spcAft>
        <a:buFont typeface="Arial" panose="020B0604020202020204" pitchFamily="34" charset="0"/>
        <a:buChar char="•"/>
        <a:defRPr sz="844" kern="1200">
          <a:solidFill>
            <a:schemeClr val="tx1"/>
          </a:solidFill>
          <a:latin typeface="+mn-lt"/>
          <a:ea typeface="+mn-ea"/>
          <a:cs typeface="+mn-cs"/>
        </a:defRPr>
      </a:lvl3pPr>
      <a:lvl4pPr marL="675085" indent="-96441" algn="l" rtl="0" eaLnBrk="0" fontAlgn="base" hangingPunct="0">
        <a:lnSpc>
          <a:spcPct val="90000"/>
        </a:lnSpc>
        <a:spcBef>
          <a:spcPts val="211"/>
        </a:spcBef>
        <a:spcAft>
          <a:spcPct val="0"/>
        </a:spcAft>
        <a:buFont typeface="Arial" panose="020B0604020202020204" pitchFamily="34" charset="0"/>
        <a:buChar char="•"/>
        <a:defRPr kern="1200">
          <a:solidFill>
            <a:schemeClr val="tx1"/>
          </a:solidFill>
          <a:latin typeface="+mn-lt"/>
          <a:ea typeface="+mn-ea"/>
          <a:cs typeface="+mn-cs"/>
        </a:defRPr>
      </a:lvl4pPr>
      <a:lvl5pPr marL="867966" indent="-96441" algn="l" rtl="0" eaLnBrk="0" fontAlgn="base" hangingPunct="0">
        <a:lnSpc>
          <a:spcPct val="90000"/>
        </a:lnSpc>
        <a:spcBef>
          <a:spcPts val="211"/>
        </a:spcBef>
        <a:spcAft>
          <a:spcPct val="0"/>
        </a:spcAft>
        <a:buFont typeface="Arial" panose="020B0604020202020204" pitchFamily="34" charset="0"/>
        <a:buChar char="•"/>
        <a:defRPr kern="1200">
          <a:solidFill>
            <a:schemeClr val="tx1"/>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623293954"/>
      </p:ext>
    </p:extLst>
  </p:cSld>
  <p:clrMap bg1="lt1" tx1="dk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18" Type="http://schemas.openxmlformats.org/officeDocument/2006/relationships/image" Target="../media/image14.jpe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9.png"/><Relationship Id="rId17" Type="http://schemas.openxmlformats.org/officeDocument/2006/relationships/image" Target="../media/image13.gif"/><Relationship Id="rId2" Type="http://schemas.openxmlformats.org/officeDocument/2006/relationships/notesSlide" Target="../notesSlides/notesSlide2.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microsoft.com/office/2007/relationships/hdphoto" Target="../media/hdphoto1.wdp"/><Relationship Id="rId15" Type="http://schemas.microsoft.com/office/2007/relationships/hdphoto" Target="../media/hdphoto3.wdp"/><Relationship Id="rId10" Type="http://schemas.openxmlformats.org/officeDocument/2006/relationships/image" Target="../media/image7.jpeg"/><Relationship Id="rId19"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hyperlink" Target="mailto:4andree4@gmail.com" TargetMode="Externa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297;p32">
            <a:extLst>
              <a:ext uri="{FF2B5EF4-FFF2-40B4-BE49-F238E27FC236}">
                <a16:creationId xmlns:a16="http://schemas.microsoft.com/office/drawing/2014/main" id="{7454D24E-1B37-2983-1432-D2B52964BC32}"/>
              </a:ext>
            </a:extLst>
          </p:cNvPr>
          <p:cNvSpPr/>
          <p:nvPr/>
        </p:nvSpPr>
        <p:spPr>
          <a:xfrm>
            <a:off x="3562067" y="0"/>
            <a:ext cx="5581933" cy="51435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algn="ctr" defTabSz="914378"/>
            <a:endParaRPr>
              <a:ea typeface="+mn-ea"/>
            </a:endParaRPr>
          </a:p>
        </p:txBody>
      </p:sp>
      <p:sp>
        <p:nvSpPr>
          <p:cNvPr id="2" name="Título 1">
            <a:extLst>
              <a:ext uri="{FF2B5EF4-FFF2-40B4-BE49-F238E27FC236}">
                <a16:creationId xmlns:a16="http://schemas.microsoft.com/office/drawing/2014/main" id="{BAAB8D86-CD1E-D8C7-8874-B32E54556834}"/>
              </a:ext>
            </a:extLst>
          </p:cNvPr>
          <p:cNvSpPr>
            <a:spLocks noGrp="1"/>
          </p:cNvSpPr>
          <p:nvPr>
            <p:ph type="title"/>
          </p:nvPr>
        </p:nvSpPr>
        <p:spPr>
          <a:xfrm>
            <a:off x="4669451" y="919516"/>
            <a:ext cx="3571875" cy="511868"/>
          </a:xfrm>
        </p:spPr>
        <p:txBody>
          <a:bodyPr/>
          <a:lstStyle/>
          <a:p>
            <a:pPr algn="ctr">
              <a:lnSpc>
                <a:spcPct val="107000"/>
              </a:lnSpc>
              <a:spcAft>
                <a:spcPts val="800"/>
              </a:spcAft>
            </a:pPr>
            <a:r>
              <a:rPr lang="es-ES" sz="1800" b="1" kern="100" dirty="0">
                <a:effectLst/>
                <a:latin typeface="Aptos" panose="020B0004020202020204" pitchFamily="34" charset="0"/>
                <a:ea typeface="Calibri" panose="020F0502020204030204" pitchFamily="34" charset="0"/>
                <a:cs typeface="Times New Roman" panose="02020603050405020304" pitchFamily="18" charset="0"/>
              </a:rPr>
              <a:t>Andreé Salvatierra Baldeón</a:t>
            </a:r>
            <a:endParaRPr lang="es-PE" sz="2000" dirty="0">
              <a:latin typeface="Aptos" panose="020B0004020202020204" pitchFamily="34" charset="0"/>
            </a:endParaRPr>
          </a:p>
        </p:txBody>
      </p:sp>
      <p:sp>
        <p:nvSpPr>
          <p:cNvPr id="5" name="CuadroTexto 4">
            <a:extLst>
              <a:ext uri="{FF2B5EF4-FFF2-40B4-BE49-F238E27FC236}">
                <a16:creationId xmlns:a16="http://schemas.microsoft.com/office/drawing/2014/main" id="{6C083B5D-AA49-97E0-A95D-88C991B9DA79}"/>
              </a:ext>
            </a:extLst>
          </p:cNvPr>
          <p:cNvSpPr txBox="1"/>
          <p:nvPr/>
        </p:nvSpPr>
        <p:spPr>
          <a:xfrm>
            <a:off x="4368707" y="1637555"/>
            <a:ext cx="4173361" cy="2708434"/>
          </a:xfrm>
          <a:prstGeom prst="rect">
            <a:avLst/>
          </a:prstGeom>
          <a:noFill/>
        </p:spPr>
        <p:txBody>
          <a:bodyPr wrap="square">
            <a:spAutoFit/>
          </a:bodyPr>
          <a:lstStyle/>
          <a:p>
            <a:pPr algn="just"/>
            <a:r>
              <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rPr>
              <a:t>Posdoctorado en la unidad de cognición y conducta del Instituto Nacional de Neurología y Neurocirugía de México (INNN), doctor en neurociencias por la facultad de medicina de la Universidad Nacional Mayor de San Marcos, especialista en neuropsicología por la Universidad Nacional Federico Villareal, máster en psicofarmacología por la Universidad de Valencia, máster en farmacología por la facultad de medicina de la Universidad Autónoma de Barcelona y psicólogo por la Universidad Continental.</a:t>
            </a:r>
          </a:p>
          <a:p>
            <a:pPr algn="just"/>
            <a:endPar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endParaRPr>
          </a:p>
          <a:p>
            <a:pPr algn="just"/>
            <a:r>
              <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rPr>
              <a:t>Estancias de investigación y formación en el departamento de salud pública y la escuela profesional de neurociencias de la Universidad Nacional Autónoma de México (UNAM), Universidad Pedagógica Nacional (México) y en la unidad de ensayos clínicos del </a:t>
            </a:r>
            <a:r>
              <a:rPr lang="es-MX" sz="1000" kern="100" dirty="0" err="1">
                <a:solidFill>
                  <a:schemeClr val="tx1"/>
                </a:solidFill>
                <a:effectLst/>
                <a:latin typeface="Aptos" panose="020B0004020202020204" pitchFamily="34" charset="0"/>
                <a:ea typeface="Calibri" panose="020F0502020204030204" pitchFamily="34" charset="0"/>
                <a:cs typeface="Times New Roman" panose="02020603050405020304" pitchFamily="18" charset="0"/>
              </a:rPr>
              <a:t>Institut</a:t>
            </a:r>
            <a:r>
              <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rPr>
              <a:t> Hospital del Mar </a:t>
            </a:r>
            <a:r>
              <a:rPr lang="es-MX" sz="1000" kern="100" dirty="0" err="1">
                <a:solidFill>
                  <a:schemeClr val="tx1"/>
                </a:solidFill>
                <a:effectLst/>
                <a:latin typeface="Aptos" panose="020B0004020202020204" pitchFamily="34" charset="0"/>
                <a:ea typeface="Calibri" panose="020F0502020204030204" pitchFamily="34" charset="0"/>
                <a:cs typeface="Times New Roman" panose="02020603050405020304" pitchFamily="18" charset="0"/>
              </a:rPr>
              <a:t>d´Investigacions</a:t>
            </a:r>
            <a:r>
              <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rPr>
              <a:t> </a:t>
            </a:r>
            <a:r>
              <a:rPr lang="es-MX" sz="1000" kern="100" dirty="0" err="1">
                <a:solidFill>
                  <a:schemeClr val="tx1"/>
                </a:solidFill>
                <a:effectLst/>
                <a:latin typeface="Aptos" panose="020B0004020202020204" pitchFamily="34" charset="0"/>
                <a:ea typeface="Calibri" panose="020F0502020204030204" pitchFamily="34" charset="0"/>
                <a:cs typeface="Times New Roman" panose="02020603050405020304" pitchFamily="18" charset="0"/>
              </a:rPr>
              <a:t>Mèdiques</a:t>
            </a:r>
            <a:r>
              <a:rPr lang="es-MX" sz="1000" kern="100" dirty="0">
                <a:solidFill>
                  <a:schemeClr val="tx1"/>
                </a:solidFill>
                <a:effectLst/>
                <a:latin typeface="Aptos" panose="020B0004020202020204" pitchFamily="34" charset="0"/>
                <a:ea typeface="Calibri" panose="020F0502020204030204" pitchFamily="34" charset="0"/>
                <a:cs typeface="Times New Roman" panose="02020603050405020304" pitchFamily="18" charset="0"/>
              </a:rPr>
              <a:t> (España). Pasantías en la Universidad de Antioquia (Colombia) y la facultad de psicología de la UNAM, rotante en la unidad de neuropsiquiatría, en el centro de investigaciones cerebrales y la unidad de neuroimagen del INNN.</a:t>
            </a:r>
            <a:endParaRPr lang="es-PE" sz="1000" dirty="0">
              <a:solidFill>
                <a:schemeClr val="tx1"/>
              </a:solidFill>
              <a:latin typeface="Aptos" panose="020B0004020202020204" pitchFamily="34" charset="0"/>
            </a:endParaRPr>
          </a:p>
        </p:txBody>
      </p:sp>
      <p:pic>
        <p:nvPicPr>
          <p:cNvPr id="4" name="Imagen 3" descr="Un joven con una playera de color negro&#10;&#10;El contenido generado por IA puede ser incorrecto.">
            <a:extLst>
              <a:ext uri="{FF2B5EF4-FFF2-40B4-BE49-F238E27FC236}">
                <a16:creationId xmlns:a16="http://schemas.microsoft.com/office/drawing/2014/main" id="{0D411031-D31A-D243-58FB-0B77A3CC6A2F}"/>
              </a:ext>
            </a:extLst>
          </p:cNvPr>
          <p:cNvPicPr>
            <a:picLocks noChangeAspect="1"/>
          </p:cNvPicPr>
          <p:nvPr/>
        </p:nvPicPr>
        <p:blipFill>
          <a:blip r:embed="rId3"/>
          <a:srcRect l="10161" r="6145"/>
          <a:stretch/>
        </p:blipFill>
        <p:spPr>
          <a:xfrm>
            <a:off x="0" y="0"/>
            <a:ext cx="3766782" cy="5143500"/>
          </a:xfrm>
          <a:prstGeom prst="rect">
            <a:avLst/>
          </a:prstGeom>
        </p:spPr>
      </p:pic>
      <p:cxnSp>
        <p:nvCxnSpPr>
          <p:cNvPr id="7" name="Conector recto 6">
            <a:extLst>
              <a:ext uri="{FF2B5EF4-FFF2-40B4-BE49-F238E27FC236}">
                <a16:creationId xmlns:a16="http://schemas.microsoft.com/office/drawing/2014/main" id="{6A317D69-0DBB-D6F1-E27A-C96D274A8B2D}"/>
              </a:ext>
            </a:extLst>
          </p:cNvPr>
          <p:cNvCxnSpPr>
            <a:cxnSpLocks/>
          </p:cNvCxnSpPr>
          <p:nvPr/>
        </p:nvCxnSpPr>
        <p:spPr>
          <a:xfrm>
            <a:off x="4469640" y="1431384"/>
            <a:ext cx="3971499"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519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97;p32">
            <a:extLst>
              <a:ext uri="{FF2B5EF4-FFF2-40B4-BE49-F238E27FC236}">
                <a16:creationId xmlns:a16="http://schemas.microsoft.com/office/drawing/2014/main" id="{6F65D422-E009-9A59-A5F1-C9CA24979B4C}"/>
              </a:ext>
            </a:extLst>
          </p:cNvPr>
          <p:cNvSpPr/>
          <p:nvPr/>
        </p:nvSpPr>
        <p:spPr>
          <a:xfrm>
            <a:off x="0" y="0"/>
            <a:ext cx="9171324" cy="51435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algn="ctr" defTabSz="914378"/>
            <a:endParaRPr dirty="0">
              <a:ea typeface="+mn-ea"/>
            </a:endParaRPr>
          </a:p>
        </p:txBody>
      </p:sp>
      <p:sp>
        <p:nvSpPr>
          <p:cNvPr id="48" name="Rectángulo 47">
            <a:extLst>
              <a:ext uri="{FF2B5EF4-FFF2-40B4-BE49-F238E27FC236}">
                <a16:creationId xmlns:a16="http://schemas.microsoft.com/office/drawing/2014/main" id="{016F2A5D-0291-3F6E-C5CE-40AB0293A86D}"/>
              </a:ext>
            </a:extLst>
          </p:cNvPr>
          <p:cNvSpPr/>
          <p:nvPr/>
        </p:nvSpPr>
        <p:spPr>
          <a:xfrm>
            <a:off x="417485" y="1113615"/>
            <a:ext cx="3855595" cy="3225446"/>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s-PE">
              <a:solidFill>
                <a:schemeClr val="tx1"/>
              </a:solidFill>
              <a:latin typeface="Calibri" panose="020F0502020204030204"/>
            </a:endParaRPr>
          </a:p>
        </p:txBody>
      </p:sp>
      <p:sp>
        <p:nvSpPr>
          <p:cNvPr id="47" name="Rectángulo 46">
            <a:extLst>
              <a:ext uri="{FF2B5EF4-FFF2-40B4-BE49-F238E27FC236}">
                <a16:creationId xmlns:a16="http://schemas.microsoft.com/office/drawing/2014/main" id="{71539CB7-DDA0-1CB8-ECAE-2B171CF39D32}"/>
              </a:ext>
            </a:extLst>
          </p:cNvPr>
          <p:cNvSpPr/>
          <p:nvPr/>
        </p:nvSpPr>
        <p:spPr>
          <a:xfrm>
            <a:off x="4885052" y="1113615"/>
            <a:ext cx="3855595" cy="3225446"/>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s-PE">
              <a:solidFill>
                <a:schemeClr val="tx1"/>
              </a:solidFill>
              <a:latin typeface="Calibri" panose="020F0502020204030204"/>
            </a:endParaRPr>
          </a:p>
        </p:txBody>
      </p:sp>
      <p:sp>
        <p:nvSpPr>
          <p:cNvPr id="27" name="Shape 123">
            <a:extLst>
              <a:ext uri="{FF2B5EF4-FFF2-40B4-BE49-F238E27FC236}">
                <a16:creationId xmlns:a16="http://schemas.microsoft.com/office/drawing/2014/main" id="{1C5A2E4F-327D-4DA4-BCFD-6A186FA21EB3}"/>
              </a:ext>
            </a:extLst>
          </p:cNvPr>
          <p:cNvSpPr>
            <a:spLocks noChangeArrowheads="1"/>
          </p:cNvSpPr>
          <p:nvPr/>
        </p:nvSpPr>
        <p:spPr bwMode="auto">
          <a:xfrm>
            <a:off x="6065408" y="838140"/>
            <a:ext cx="1581739" cy="191644"/>
          </a:xfrm>
          <a:prstGeom prst="rect">
            <a:avLst/>
          </a:prstGeom>
          <a:noFill/>
          <a:ln>
            <a:noFill/>
          </a:ln>
        </p:spPr>
        <p:txBody>
          <a:bodyPr wrap="square" lIns="22410" tIns="22410" rIns="22410" bIns="2241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385754" fontAlgn="base">
              <a:spcBef>
                <a:spcPct val="0"/>
              </a:spcBef>
              <a:spcAft>
                <a:spcPct val="0"/>
              </a:spcAft>
              <a:buClrTx/>
              <a:buNone/>
              <a:defRPr/>
            </a:pPr>
            <a:r>
              <a:rPr lang="es-ES" altLang="es-PE" sz="1050" i="1" kern="1200" dirty="0">
                <a:latin typeface="Aptos" panose="020B0004020202020204" pitchFamily="34" charset="0"/>
                <a:ea typeface="+mn-ea"/>
              </a:rPr>
              <a:t>Estancias &amp; Investigación</a:t>
            </a:r>
            <a:endParaRPr lang="es-PE" altLang="es-PE" sz="1050" i="1" kern="1200" dirty="0">
              <a:latin typeface="Aptos" panose="020B0004020202020204" pitchFamily="34" charset="0"/>
              <a:ea typeface="+mn-ea"/>
            </a:endParaRPr>
          </a:p>
        </p:txBody>
      </p:sp>
      <p:sp>
        <p:nvSpPr>
          <p:cNvPr id="38" name="Shape 123">
            <a:extLst>
              <a:ext uri="{FF2B5EF4-FFF2-40B4-BE49-F238E27FC236}">
                <a16:creationId xmlns:a16="http://schemas.microsoft.com/office/drawing/2014/main" id="{531F67AB-EEE5-8687-375B-191C6CDD146E}"/>
              </a:ext>
            </a:extLst>
          </p:cNvPr>
          <p:cNvSpPr>
            <a:spLocks noChangeArrowheads="1"/>
          </p:cNvSpPr>
          <p:nvPr/>
        </p:nvSpPr>
        <p:spPr bwMode="auto">
          <a:xfrm>
            <a:off x="1554872" y="834776"/>
            <a:ext cx="1580819" cy="214535"/>
          </a:xfrm>
          <a:prstGeom prst="rect">
            <a:avLst/>
          </a:prstGeom>
          <a:noFill/>
          <a:ln>
            <a:noFill/>
          </a:ln>
        </p:spPr>
        <p:txBody>
          <a:bodyPr wrap="square" lIns="22410" tIns="22410" rIns="22410" bIns="2241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defTabSz="385754" fontAlgn="base">
              <a:lnSpc>
                <a:spcPct val="100000"/>
              </a:lnSpc>
              <a:spcBef>
                <a:spcPct val="0"/>
              </a:spcBef>
              <a:spcAft>
                <a:spcPct val="0"/>
              </a:spcAft>
              <a:buClrTx/>
              <a:buNone/>
              <a:defRPr/>
            </a:pPr>
            <a:r>
              <a:rPr lang="es-ES" altLang="es-PE" sz="1050" i="1" kern="1200" dirty="0">
                <a:latin typeface="Aptos" panose="020B0004020202020204" pitchFamily="34" charset="0"/>
                <a:ea typeface="+mn-ea"/>
                <a:cs typeface="Neue Plak" pitchFamily="34" charset="0"/>
              </a:rPr>
              <a:t>Formación</a:t>
            </a:r>
            <a:endParaRPr lang="es-PE" altLang="es-PE" sz="1050" i="1" kern="1200" dirty="0">
              <a:latin typeface="Aptos" panose="020B0004020202020204" pitchFamily="34" charset="0"/>
              <a:ea typeface="+mn-ea"/>
              <a:cs typeface="Neue Plak" pitchFamily="34" charset="0"/>
            </a:endParaRPr>
          </a:p>
        </p:txBody>
      </p:sp>
      <p:grpSp>
        <p:nvGrpSpPr>
          <p:cNvPr id="6" name="Grupo 5">
            <a:extLst>
              <a:ext uri="{FF2B5EF4-FFF2-40B4-BE49-F238E27FC236}">
                <a16:creationId xmlns:a16="http://schemas.microsoft.com/office/drawing/2014/main" id="{2565F889-F6F1-4C2F-A378-32E471687248}"/>
              </a:ext>
            </a:extLst>
          </p:cNvPr>
          <p:cNvGrpSpPr/>
          <p:nvPr/>
        </p:nvGrpSpPr>
        <p:grpSpPr>
          <a:xfrm>
            <a:off x="640263" y="2756950"/>
            <a:ext cx="947414" cy="1284735"/>
            <a:chOff x="4323618" y="1789470"/>
            <a:chExt cx="2073016" cy="2719632"/>
          </a:xfrm>
        </p:grpSpPr>
        <p:pic>
          <p:nvPicPr>
            <p:cNvPr id="3082" name="Picture 10" descr="universidad-valencia - Coto Consulting: Estudios de Mercado y Retail  Marketing">
              <a:extLst>
                <a:ext uri="{FF2B5EF4-FFF2-40B4-BE49-F238E27FC236}">
                  <a16:creationId xmlns:a16="http://schemas.microsoft.com/office/drawing/2014/main" id="{95B2F87D-6D7D-4383-AFC8-FA83F678D6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046" t="4836" r="25933" b="37577"/>
            <a:stretch/>
          </p:blipFill>
          <p:spPr bwMode="auto">
            <a:xfrm>
              <a:off x="4323618" y="1789470"/>
              <a:ext cx="2073016" cy="21602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universidad-valencia - Coto Consulting: Estudios de Mercado y Retail  Marketing">
              <a:extLst>
                <a:ext uri="{FF2B5EF4-FFF2-40B4-BE49-F238E27FC236}">
                  <a16:creationId xmlns:a16="http://schemas.microsoft.com/office/drawing/2014/main" id="{BDFD237A-AF13-4F4F-A099-70584F32B0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967"/>
            <a:stretch/>
          </p:blipFill>
          <p:spPr bwMode="auto">
            <a:xfrm>
              <a:off x="4587827" y="3947298"/>
              <a:ext cx="1559149" cy="56180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upo 9">
            <a:extLst>
              <a:ext uri="{FF2B5EF4-FFF2-40B4-BE49-F238E27FC236}">
                <a16:creationId xmlns:a16="http://schemas.microsoft.com/office/drawing/2014/main" id="{CBAC63E0-B687-4C74-8125-961680CDD288}"/>
              </a:ext>
            </a:extLst>
          </p:cNvPr>
          <p:cNvGrpSpPr/>
          <p:nvPr/>
        </p:nvGrpSpPr>
        <p:grpSpPr>
          <a:xfrm>
            <a:off x="525861" y="1424559"/>
            <a:ext cx="1154247" cy="1293247"/>
            <a:chOff x="7034205" y="2696725"/>
            <a:chExt cx="2332422" cy="2646481"/>
          </a:xfrm>
        </p:grpSpPr>
        <p:pic>
          <p:nvPicPr>
            <p:cNvPr id="3090" name="Picture 18" descr="Manuel Velasco Suárez”">
              <a:extLst>
                <a:ext uri="{FF2B5EF4-FFF2-40B4-BE49-F238E27FC236}">
                  <a16:creationId xmlns:a16="http://schemas.microsoft.com/office/drawing/2014/main" id="{A428A3FB-30E8-4F06-AC68-6A3C052537D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221387" y="2696725"/>
              <a:ext cx="1922210" cy="2045654"/>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Green and Blue Pediatric Medical Landscape Bi-Fold Brochure">
              <a:extLst>
                <a:ext uri="{FF2B5EF4-FFF2-40B4-BE49-F238E27FC236}">
                  <a16:creationId xmlns:a16="http://schemas.microsoft.com/office/drawing/2014/main" id="{9AC2E6AD-4314-4D89-9576-C3352CA4278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393" t="72720" r="14617" b="-8597"/>
            <a:stretch/>
          </p:blipFill>
          <p:spPr bwMode="auto">
            <a:xfrm>
              <a:off x="7034205" y="4692245"/>
              <a:ext cx="2332422" cy="650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upo 2">
            <a:extLst>
              <a:ext uri="{FF2B5EF4-FFF2-40B4-BE49-F238E27FC236}">
                <a16:creationId xmlns:a16="http://schemas.microsoft.com/office/drawing/2014/main" id="{634A600C-3084-E683-8EEF-87E6EA5CEFAF}"/>
              </a:ext>
            </a:extLst>
          </p:cNvPr>
          <p:cNvGrpSpPr/>
          <p:nvPr/>
        </p:nvGrpSpPr>
        <p:grpSpPr>
          <a:xfrm>
            <a:off x="3058667" y="1447317"/>
            <a:ext cx="1014040" cy="1213850"/>
            <a:chOff x="1922289" y="2142235"/>
            <a:chExt cx="1731987" cy="2099692"/>
          </a:xfrm>
        </p:grpSpPr>
        <p:pic>
          <p:nvPicPr>
            <p:cNvPr id="4" name="Picture 28" descr="Colegio Federico Villareal – Colegio Builingüe">
              <a:extLst>
                <a:ext uri="{FF2B5EF4-FFF2-40B4-BE49-F238E27FC236}">
                  <a16:creationId xmlns:a16="http://schemas.microsoft.com/office/drawing/2014/main" id="{12228447-B049-E3AE-A381-387DE24FF614}"/>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val="0"/>
                </a:ext>
              </a:extLst>
            </a:blip>
            <a:srcRect l="37332" t="14263" r="39149" b="36896"/>
            <a:stretch/>
          </p:blipFill>
          <p:spPr bwMode="auto">
            <a:xfrm>
              <a:off x="2328595" y="2142235"/>
              <a:ext cx="836489" cy="18050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8" descr="Colegio Federico Villareal – Colegio Builingüe">
              <a:extLst>
                <a:ext uri="{FF2B5EF4-FFF2-40B4-BE49-F238E27FC236}">
                  <a16:creationId xmlns:a16="http://schemas.microsoft.com/office/drawing/2014/main" id="{3DC14021-ACBA-ECAB-6047-0F76F878126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3776" b="17642"/>
            <a:stretch/>
          </p:blipFill>
          <p:spPr bwMode="auto">
            <a:xfrm>
              <a:off x="1922289" y="3907518"/>
              <a:ext cx="1731987" cy="3344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upo 15">
            <a:extLst>
              <a:ext uri="{FF2B5EF4-FFF2-40B4-BE49-F238E27FC236}">
                <a16:creationId xmlns:a16="http://schemas.microsoft.com/office/drawing/2014/main" id="{6E9EEEE0-2A5F-3ED3-0137-F04B3C9E5C32}"/>
              </a:ext>
            </a:extLst>
          </p:cNvPr>
          <p:cNvGrpSpPr/>
          <p:nvPr/>
        </p:nvGrpSpPr>
        <p:grpSpPr>
          <a:xfrm>
            <a:off x="3142252" y="2908127"/>
            <a:ext cx="777843" cy="1064200"/>
            <a:chOff x="7771101" y="3092123"/>
            <a:chExt cx="1299692" cy="1690369"/>
          </a:xfrm>
        </p:grpSpPr>
        <p:pic>
          <p:nvPicPr>
            <p:cNvPr id="3078" name="Picture 6" descr="Universidad Continental | Crea impacto positivo y trasciende">
              <a:extLst>
                <a:ext uri="{FF2B5EF4-FFF2-40B4-BE49-F238E27FC236}">
                  <a16:creationId xmlns:a16="http://schemas.microsoft.com/office/drawing/2014/main" id="{C8CF8D49-46C6-4D1E-AB95-810D06B31E9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5497" r="18330" b="39696"/>
            <a:stretch/>
          </p:blipFill>
          <p:spPr bwMode="auto">
            <a:xfrm>
              <a:off x="7771101" y="3092123"/>
              <a:ext cx="1299692" cy="118442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Universidad Continental | Crea impacto positivo y trasciende">
              <a:extLst>
                <a:ext uri="{FF2B5EF4-FFF2-40B4-BE49-F238E27FC236}">
                  <a16:creationId xmlns:a16="http://schemas.microsoft.com/office/drawing/2014/main" id="{F8289D00-E887-3B60-E203-5CFE3AEB148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5497" t="61797" r="17273" b="-1"/>
            <a:stretch/>
          </p:blipFill>
          <p:spPr bwMode="auto">
            <a:xfrm>
              <a:off x="8033441" y="4276548"/>
              <a:ext cx="890349" cy="5059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upo 18">
            <a:extLst>
              <a:ext uri="{FF2B5EF4-FFF2-40B4-BE49-F238E27FC236}">
                <a16:creationId xmlns:a16="http://schemas.microsoft.com/office/drawing/2014/main" id="{62F8A0ED-5B96-204F-5264-8C44CA03C44B}"/>
              </a:ext>
            </a:extLst>
          </p:cNvPr>
          <p:cNvGrpSpPr/>
          <p:nvPr/>
        </p:nvGrpSpPr>
        <p:grpSpPr>
          <a:xfrm>
            <a:off x="1947985" y="1447158"/>
            <a:ext cx="813316" cy="1213848"/>
            <a:chOff x="2597179" y="3237807"/>
            <a:chExt cx="1203207" cy="1816293"/>
          </a:xfrm>
        </p:grpSpPr>
        <p:pic>
          <p:nvPicPr>
            <p:cNvPr id="2" name="Picture 26" descr="Universidad Nacional Mayor de San Marcos - Wikipedia, la enciclopedia libre">
              <a:extLst>
                <a:ext uri="{FF2B5EF4-FFF2-40B4-BE49-F238E27FC236}">
                  <a16:creationId xmlns:a16="http://schemas.microsoft.com/office/drawing/2014/main" id="{383A7E96-FB6B-D573-F63F-43AE2ACEDFF1}"/>
                </a:ext>
              </a:extLst>
            </p:cNvPr>
            <p:cNvPicPr>
              <a:picLocks noChangeAspect="1" noChangeArrowheads="1"/>
            </p:cNvPicPr>
            <p:nvPr/>
          </p:nvPicPr>
          <p:blipFill rotWithShape="1">
            <a:blip r:embed="rId11">
              <a:biLevel thresh="75000"/>
              <a:extLst>
                <a:ext uri="{28A0092B-C50C-407E-A947-70E740481C1C}">
                  <a14:useLocalDpi xmlns:a14="http://schemas.microsoft.com/office/drawing/2010/main" val="0"/>
                </a:ext>
              </a:extLst>
            </a:blip>
            <a:srcRect b="19513"/>
            <a:stretch/>
          </p:blipFill>
          <p:spPr bwMode="auto">
            <a:xfrm>
              <a:off x="2597179" y="3237807"/>
              <a:ext cx="1203207" cy="14485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6" descr="Universidad Nacional Mayor de San Marcos - Wikipedia, la enciclopedia libre">
              <a:extLst>
                <a:ext uri="{FF2B5EF4-FFF2-40B4-BE49-F238E27FC236}">
                  <a16:creationId xmlns:a16="http://schemas.microsoft.com/office/drawing/2014/main" id="{CD15215B-3BA5-D2A4-DAF3-5A114A6116CF}"/>
                </a:ext>
              </a:extLst>
            </p:cNvPr>
            <p:cNvPicPr>
              <a:picLocks noChangeAspect="1" noChangeArrowheads="1"/>
            </p:cNvPicPr>
            <p:nvPr/>
          </p:nvPicPr>
          <p:blipFill rotWithShape="1">
            <a:blip r:embed="rId11">
              <a:biLevel thresh="75000"/>
              <a:extLst>
                <a:ext uri="{28A0092B-C50C-407E-A947-70E740481C1C}">
                  <a14:useLocalDpi xmlns:a14="http://schemas.microsoft.com/office/drawing/2010/main" val="0"/>
                </a:ext>
              </a:extLst>
            </a:blip>
            <a:srcRect l="-1109" t="80242" r="1109" b="245"/>
            <a:stretch/>
          </p:blipFill>
          <p:spPr bwMode="auto">
            <a:xfrm>
              <a:off x="2626234" y="4724316"/>
              <a:ext cx="1124604" cy="3297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upo 23">
            <a:extLst>
              <a:ext uri="{FF2B5EF4-FFF2-40B4-BE49-F238E27FC236}">
                <a16:creationId xmlns:a16="http://schemas.microsoft.com/office/drawing/2014/main" id="{9C5ED48E-25B7-B00B-DC12-4C40C521188C}"/>
              </a:ext>
            </a:extLst>
          </p:cNvPr>
          <p:cNvGrpSpPr/>
          <p:nvPr/>
        </p:nvGrpSpPr>
        <p:grpSpPr>
          <a:xfrm>
            <a:off x="1818850" y="3117611"/>
            <a:ext cx="1083437" cy="681738"/>
            <a:chOff x="4445535" y="1056823"/>
            <a:chExt cx="1713383" cy="972345"/>
          </a:xfrm>
        </p:grpSpPr>
        <p:pic>
          <p:nvPicPr>
            <p:cNvPr id="1040" name="Picture 16">
              <a:extLst>
                <a:ext uri="{FF2B5EF4-FFF2-40B4-BE49-F238E27FC236}">
                  <a16:creationId xmlns:a16="http://schemas.microsoft.com/office/drawing/2014/main" id="{4612EA40-2B0B-F2F8-4472-783D1CBC4618}"/>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1542" t="-10271" r="21523" b="53598"/>
            <a:stretch/>
          </p:blipFill>
          <p:spPr bwMode="auto">
            <a:xfrm>
              <a:off x="4445535" y="1056823"/>
              <a:ext cx="1713383" cy="6404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a:extLst>
                <a:ext uri="{FF2B5EF4-FFF2-40B4-BE49-F238E27FC236}">
                  <a16:creationId xmlns:a16="http://schemas.microsoft.com/office/drawing/2014/main" id="{FD698288-AF43-1875-2D82-3B18CB5730D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51127" b="-333"/>
            <a:stretch/>
          </p:blipFill>
          <p:spPr bwMode="auto">
            <a:xfrm>
              <a:off x="4603015" y="1764997"/>
              <a:ext cx="1429645" cy="26417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upo 4">
            <a:extLst>
              <a:ext uri="{FF2B5EF4-FFF2-40B4-BE49-F238E27FC236}">
                <a16:creationId xmlns:a16="http://schemas.microsoft.com/office/drawing/2014/main" id="{C14F5A02-4E09-60F9-E269-9F300EFF4B70}"/>
              </a:ext>
            </a:extLst>
          </p:cNvPr>
          <p:cNvGrpSpPr/>
          <p:nvPr/>
        </p:nvGrpSpPr>
        <p:grpSpPr>
          <a:xfrm>
            <a:off x="6731497" y="2755813"/>
            <a:ext cx="1237326" cy="1216514"/>
            <a:chOff x="4703146" y="1940542"/>
            <a:chExt cx="2452644" cy="2639478"/>
          </a:xfrm>
        </p:grpSpPr>
        <p:pic>
          <p:nvPicPr>
            <p:cNvPr id="7" name="Picture 16" descr="Universidad de Antioquia - Wikipedia, la enciclopedia libre">
              <a:extLst>
                <a:ext uri="{FF2B5EF4-FFF2-40B4-BE49-F238E27FC236}">
                  <a16:creationId xmlns:a16="http://schemas.microsoft.com/office/drawing/2014/main" id="{2B0C2387-BB69-D1C5-2668-C8DF1ACF33A0}"/>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1" b="29540"/>
            <a:stretch/>
          </p:blipFill>
          <p:spPr bwMode="auto">
            <a:xfrm>
              <a:off x="4703146" y="1940542"/>
              <a:ext cx="2452644" cy="219572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6" descr="Universidad de Antioquia - Wikipedia, la enciclopedia libre">
              <a:extLst>
                <a:ext uri="{FF2B5EF4-FFF2-40B4-BE49-F238E27FC236}">
                  <a16:creationId xmlns:a16="http://schemas.microsoft.com/office/drawing/2014/main" id="{C941425D-E155-F20E-40EB-3C031F274548}"/>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71780" b="11295"/>
            <a:stretch/>
          </p:blipFill>
          <p:spPr bwMode="auto">
            <a:xfrm>
              <a:off x="5066153" y="4227729"/>
              <a:ext cx="1681878" cy="3522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upo 24">
            <a:extLst>
              <a:ext uri="{FF2B5EF4-FFF2-40B4-BE49-F238E27FC236}">
                <a16:creationId xmlns:a16="http://schemas.microsoft.com/office/drawing/2014/main" id="{49255CBA-2068-2481-8AF2-3E62F64736D0}"/>
              </a:ext>
            </a:extLst>
          </p:cNvPr>
          <p:cNvGrpSpPr/>
          <p:nvPr/>
        </p:nvGrpSpPr>
        <p:grpSpPr>
          <a:xfrm>
            <a:off x="5054152" y="1532932"/>
            <a:ext cx="1094603" cy="1069252"/>
            <a:chOff x="1529171" y="3184411"/>
            <a:chExt cx="1675973" cy="1556383"/>
          </a:xfrm>
        </p:grpSpPr>
        <p:pic>
          <p:nvPicPr>
            <p:cNvPr id="29" name="Picture 8" descr="Facultad de Medicina UNAM Logo PNG Vector (AI) Free Download">
              <a:extLst>
                <a:ext uri="{FF2B5EF4-FFF2-40B4-BE49-F238E27FC236}">
                  <a16:creationId xmlns:a16="http://schemas.microsoft.com/office/drawing/2014/main" id="{B3CB2C14-EC92-505C-B352-0339C511018F}"/>
                </a:ext>
              </a:extLst>
            </p:cNvPr>
            <p:cNvPicPr>
              <a:picLocks noChangeAspect="1" noChangeArrowheads="1"/>
            </p:cNvPicPr>
            <p:nvPr/>
          </p:nvPicPr>
          <p:blipFill rotWithShape="1">
            <a:blip r:embed="rId14">
              <a:duotone>
                <a:schemeClr val="accent4">
                  <a:shade val="45000"/>
                  <a:satMod val="135000"/>
                </a:schemeClr>
                <a:prstClr val="white"/>
              </a:duotone>
              <a:extLst>
                <a:ext uri="{BEBA8EAE-BF5A-486C-A8C5-ECC9F3942E4B}">
                  <a14:imgProps xmlns:a14="http://schemas.microsoft.com/office/drawing/2010/main">
                    <a14:imgLayer r:embed="rId15">
                      <a14:imgEffect>
                        <a14:brightnessContrast bright="40000" contrast="40000"/>
                      </a14:imgEffect>
                    </a14:imgLayer>
                  </a14:imgProps>
                </a:ext>
                <a:ext uri="{28A0092B-C50C-407E-A947-70E740481C1C}">
                  <a14:useLocalDpi xmlns:a14="http://schemas.microsoft.com/office/drawing/2010/main" val="0"/>
                </a:ext>
              </a:extLst>
            </a:blip>
            <a:srcRect t="15198"/>
            <a:stretch/>
          </p:blipFill>
          <p:spPr bwMode="auto">
            <a:xfrm>
              <a:off x="1529171" y="3385874"/>
              <a:ext cx="1675973" cy="135492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descr="Facultad de Medicina UNAM Logo PNG Vector (AI) Free Download">
              <a:extLst>
                <a:ext uri="{FF2B5EF4-FFF2-40B4-BE49-F238E27FC236}">
                  <a16:creationId xmlns:a16="http://schemas.microsoft.com/office/drawing/2014/main" id="{C7443130-3DD6-119D-2F5F-613EB2C20E8D}"/>
                </a:ext>
              </a:extLst>
            </p:cNvPr>
            <p:cNvPicPr>
              <a:picLocks noChangeAspect="1" noChangeArrowheads="1"/>
            </p:cNvPicPr>
            <p:nvPr/>
          </p:nvPicPr>
          <p:blipFill rotWithShape="1">
            <a:blip r:embed="rId16">
              <a:duotone>
                <a:schemeClr val="accent4">
                  <a:shade val="45000"/>
                  <a:satMod val="135000"/>
                </a:schemeClr>
                <a:prstClr val="white"/>
              </a:duotone>
              <a:extLst>
                <a:ext uri="{28A0092B-C50C-407E-A947-70E740481C1C}">
                  <a14:useLocalDpi xmlns:a14="http://schemas.microsoft.com/office/drawing/2010/main" val="0"/>
                </a:ext>
              </a:extLst>
            </a:blip>
            <a:srcRect b="86608"/>
            <a:stretch/>
          </p:blipFill>
          <p:spPr bwMode="auto">
            <a:xfrm>
              <a:off x="1714631" y="3184411"/>
              <a:ext cx="1191466" cy="152113"/>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12">
            <a:extLst>
              <a:ext uri="{FF2B5EF4-FFF2-40B4-BE49-F238E27FC236}">
                <a16:creationId xmlns:a16="http://schemas.microsoft.com/office/drawing/2014/main" id="{F78D07A0-9759-4851-BE71-D1883B6A6E3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62396" y="1674868"/>
            <a:ext cx="987764" cy="87695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8" descr="Logo IMIM -Barcelona Lab for Urban Environmental Justice and Sustainability">
            <a:extLst>
              <a:ext uri="{FF2B5EF4-FFF2-40B4-BE49-F238E27FC236}">
                <a16:creationId xmlns:a16="http://schemas.microsoft.com/office/drawing/2014/main" id="{CA23E6D0-27EC-BA20-2990-301019827D0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58657" y="1768445"/>
            <a:ext cx="1007754" cy="685420"/>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upo 33">
            <a:extLst>
              <a:ext uri="{FF2B5EF4-FFF2-40B4-BE49-F238E27FC236}">
                <a16:creationId xmlns:a16="http://schemas.microsoft.com/office/drawing/2014/main" id="{4552CE0D-DF8E-0197-C6C2-A381410538E5}"/>
              </a:ext>
            </a:extLst>
          </p:cNvPr>
          <p:cNvGrpSpPr/>
          <p:nvPr/>
        </p:nvGrpSpPr>
        <p:grpSpPr>
          <a:xfrm>
            <a:off x="5701142" y="2877694"/>
            <a:ext cx="922455" cy="1091464"/>
            <a:chOff x="5845253" y="2831769"/>
            <a:chExt cx="1015565" cy="1127810"/>
          </a:xfrm>
        </p:grpSpPr>
        <p:pic>
          <p:nvPicPr>
            <p:cNvPr id="35" name="Imagen 34">
              <a:extLst>
                <a:ext uri="{FF2B5EF4-FFF2-40B4-BE49-F238E27FC236}">
                  <a16:creationId xmlns:a16="http://schemas.microsoft.com/office/drawing/2014/main" id="{359D62A0-AEAE-40F6-2592-8284C96324E2}"/>
                </a:ext>
              </a:extLst>
            </p:cNvPr>
            <p:cNvPicPr>
              <a:picLocks noChangeAspect="1"/>
            </p:cNvPicPr>
            <p:nvPr/>
          </p:nvPicPr>
          <p:blipFill rotWithShape="1">
            <a:blip r:embed="rId19">
              <a:grayscl/>
            </a:blip>
            <a:srcRect b="82644"/>
            <a:stretch/>
          </p:blipFill>
          <p:spPr>
            <a:xfrm>
              <a:off x="5845253" y="2831769"/>
              <a:ext cx="1015565" cy="284398"/>
            </a:xfrm>
            <a:prstGeom prst="rect">
              <a:avLst/>
            </a:prstGeom>
          </p:spPr>
        </p:pic>
        <p:grpSp>
          <p:nvGrpSpPr>
            <p:cNvPr id="36" name="Grupo 35">
              <a:extLst>
                <a:ext uri="{FF2B5EF4-FFF2-40B4-BE49-F238E27FC236}">
                  <a16:creationId xmlns:a16="http://schemas.microsoft.com/office/drawing/2014/main" id="{3755D99E-5AA9-79BA-2424-7C57023D1896}"/>
                </a:ext>
              </a:extLst>
            </p:cNvPr>
            <p:cNvGrpSpPr/>
            <p:nvPr/>
          </p:nvGrpSpPr>
          <p:grpSpPr>
            <a:xfrm>
              <a:off x="5862313" y="3020659"/>
              <a:ext cx="977023" cy="938920"/>
              <a:chOff x="5219557" y="3001448"/>
              <a:chExt cx="1027479" cy="951250"/>
            </a:xfrm>
          </p:grpSpPr>
          <p:pic>
            <p:nvPicPr>
              <p:cNvPr id="37" name="Picture 2" descr="Search: facultad de psicologia unam Logo PNG Vectors Free Download">
                <a:extLst>
                  <a:ext uri="{FF2B5EF4-FFF2-40B4-BE49-F238E27FC236}">
                    <a16:creationId xmlns:a16="http://schemas.microsoft.com/office/drawing/2014/main" id="{5B0AABE4-C382-894C-1176-7FC4C919110D}"/>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b="28080"/>
              <a:stretch/>
            </p:blipFill>
            <p:spPr bwMode="auto">
              <a:xfrm>
                <a:off x="5219557" y="3001448"/>
                <a:ext cx="1027479" cy="68723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Search: facultad de psicologia unam Logo PNG Vectors Free Download">
                <a:extLst>
                  <a:ext uri="{FF2B5EF4-FFF2-40B4-BE49-F238E27FC236}">
                    <a16:creationId xmlns:a16="http://schemas.microsoft.com/office/drawing/2014/main" id="{E877D894-A691-C2F4-A163-D001FCD0F862}"/>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t="73341"/>
              <a:stretch/>
            </p:blipFill>
            <p:spPr bwMode="auto">
              <a:xfrm>
                <a:off x="5352419" y="3763835"/>
                <a:ext cx="761752" cy="188863"/>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569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Shape 295"/>
        <p:cNvGrpSpPr/>
        <p:nvPr/>
      </p:nvGrpSpPr>
      <p:grpSpPr>
        <a:xfrm>
          <a:off x="0" y="0"/>
          <a:ext cx="0" cy="0"/>
          <a:chOff x="0" y="0"/>
          <a:chExt cx="0" cy="0"/>
        </a:xfrm>
      </p:grpSpPr>
      <p:pic>
        <p:nvPicPr>
          <p:cNvPr id="296" name="Google Shape;296;p32"/>
          <p:cNvPicPr preferRelativeResize="0"/>
          <p:nvPr/>
        </p:nvPicPr>
        <p:blipFill rotWithShape="1">
          <a:blip r:embed="rId3">
            <a:alphaModFix/>
          </a:blip>
          <a:srcRect b="5687"/>
          <a:stretch/>
        </p:blipFill>
        <p:spPr>
          <a:xfrm>
            <a:off x="1" y="-24324"/>
            <a:ext cx="4248595" cy="5167824"/>
          </a:xfrm>
          <a:prstGeom prst="rect">
            <a:avLst/>
          </a:prstGeom>
          <a:noFill/>
          <a:ln>
            <a:noFill/>
          </a:ln>
        </p:spPr>
      </p:pic>
      <p:sp>
        <p:nvSpPr>
          <p:cNvPr id="297" name="Google Shape;297;p32"/>
          <p:cNvSpPr/>
          <p:nvPr/>
        </p:nvSpPr>
        <p:spPr>
          <a:xfrm>
            <a:off x="4214481" y="-24325"/>
            <a:ext cx="4965000" cy="5167825"/>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algn="ctr" defTabSz="914378"/>
            <a:endParaRPr>
              <a:ea typeface="+mn-ea"/>
            </a:endParaRPr>
          </a:p>
        </p:txBody>
      </p:sp>
      <p:sp>
        <p:nvSpPr>
          <p:cNvPr id="298" name="Google Shape;298;p32"/>
          <p:cNvSpPr txBox="1"/>
          <p:nvPr/>
        </p:nvSpPr>
        <p:spPr>
          <a:xfrm>
            <a:off x="5183729" y="955202"/>
            <a:ext cx="3000000" cy="430857"/>
          </a:xfrm>
          <a:prstGeom prst="rect">
            <a:avLst/>
          </a:prstGeom>
          <a:noFill/>
          <a:ln>
            <a:noFill/>
          </a:ln>
        </p:spPr>
        <p:txBody>
          <a:bodyPr spcFirstLastPara="1" wrap="square" lIns="91425" tIns="91425" rIns="91425" bIns="91425" anchor="t" anchorCtr="0">
            <a:spAutoFit/>
          </a:bodyPr>
          <a:lstStyle/>
          <a:p>
            <a:pPr algn="ctr" defTabSz="914378"/>
            <a:r>
              <a:rPr lang="es-419" sz="1600" b="1" dirty="0">
                <a:solidFill>
                  <a:schemeClr val="tx1"/>
                </a:solidFill>
                <a:latin typeface="Aptos" panose="020B0004020202020204" pitchFamily="34" charset="0"/>
                <a:ea typeface="Comfortaa"/>
                <a:cs typeface="Comfortaa"/>
                <a:sym typeface="Comfortaa"/>
              </a:rPr>
              <a:t>PhD. Andreé Salvatierra</a:t>
            </a:r>
            <a:endParaRPr sz="1600" b="1" dirty="0">
              <a:solidFill>
                <a:schemeClr val="tx1"/>
              </a:solidFill>
              <a:latin typeface="Aptos" panose="020B0004020202020204" pitchFamily="34" charset="0"/>
              <a:ea typeface="+mn-ea"/>
            </a:endParaRPr>
          </a:p>
        </p:txBody>
      </p:sp>
      <p:sp>
        <p:nvSpPr>
          <p:cNvPr id="299" name="Google Shape;299;p32"/>
          <p:cNvSpPr txBox="1"/>
          <p:nvPr/>
        </p:nvSpPr>
        <p:spPr>
          <a:xfrm>
            <a:off x="4398998" y="1677404"/>
            <a:ext cx="4637700" cy="927916"/>
          </a:xfrm>
          <a:prstGeom prst="rect">
            <a:avLst/>
          </a:prstGeom>
          <a:noFill/>
          <a:ln>
            <a:noFill/>
          </a:ln>
        </p:spPr>
        <p:txBody>
          <a:bodyPr spcFirstLastPara="1" wrap="square" lIns="91425" tIns="91425" rIns="91425" bIns="91425" anchor="t" anchorCtr="0">
            <a:spAutoFit/>
          </a:bodyPr>
          <a:lstStyle/>
          <a:p>
            <a:pPr algn="ctr" defTabSz="914378">
              <a:lnSpc>
                <a:spcPct val="115000"/>
              </a:lnSpc>
            </a:pPr>
            <a:r>
              <a:rPr lang="es-419" sz="1000" dirty="0">
                <a:solidFill>
                  <a:schemeClr val="tx1"/>
                </a:solidFill>
                <a:latin typeface="Aptos" panose="020B0004020202020204" pitchFamily="34" charset="0"/>
                <a:ea typeface="Comfortaa"/>
                <a:cs typeface="Comfortaa"/>
                <a:sym typeface="Comfortaa"/>
              </a:rPr>
              <a:t>Neuropsicólogo</a:t>
            </a:r>
            <a:endParaRPr sz="1000" dirty="0">
              <a:solidFill>
                <a:schemeClr val="tx1"/>
              </a:solidFill>
              <a:latin typeface="Aptos" panose="020B0004020202020204" pitchFamily="34" charset="0"/>
              <a:ea typeface="Comfortaa"/>
              <a:cs typeface="Comfortaa"/>
              <a:sym typeface="Comfortaa"/>
            </a:endParaRPr>
          </a:p>
          <a:p>
            <a:pPr algn="ctr" defTabSz="914378">
              <a:lnSpc>
                <a:spcPct val="115000"/>
              </a:lnSpc>
            </a:pPr>
            <a:r>
              <a:rPr lang="es-419" sz="1000" dirty="0">
                <a:solidFill>
                  <a:schemeClr val="tx1"/>
                </a:solidFill>
                <a:latin typeface="Aptos" panose="020B0004020202020204" pitchFamily="34" charset="0"/>
                <a:ea typeface="Comfortaa"/>
                <a:cs typeface="Comfortaa"/>
                <a:sym typeface="Comfortaa"/>
              </a:rPr>
              <a:t>Máster en psicofarmacología, Máster en farmacología</a:t>
            </a:r>
            <a:endParaRPr sz="1000" dirty="0">
              <a:solidFill>
                <a:schemeClr val="tx1"/>
              </a:solidFill>
              <a:latin typeface="Aptos" panose="020B0004020202020204" pitchFamily="34" charset="0"/>
              <a:ea typeface="Comfortaa"/>
              <a:cs typeface="Comfortaa"/>
              <a:sym typeface="Comfortaa"/>
            </a:endParaRPr>
          </a:p>
          <a:p>
            <a:pPr algn="ctr" defTabSz="914378">
              <a:lnSpc>
                <a:spcPct val="115000"/>
              </a:lnSpc>
            </a:pPr>
            <a:r>
              <a:rPr lang="es-419" sz="1000" dirty="0">
                <a:solidFill>
                  <a:schemeClr val="tx1"/>
                </a:solidFill>
                <a:latin typeface="Aptos" panose="020B0004020202020204" pitchFamily="34" charset="0"/>
                <a:ea typeface="Comfortaa"/>
                <a:cs typeface="Comfortaa"/>
                <a:sym typeface="Comfortaa"/>
              </a:rPr>
              <a:t>Doctor en neurociencias</a:t>
            </a:r>
            <a:endParaRPr sz="1000" dirty="0">
              <a:solidFill>
                <a:schemeClr val="tx1"/>
              </a:solidFill>
              <a:latin typeface="Aptos" panose="020B0004020202020204" pitchFamily="34" charset="0"/>
              <a:ea typeface="Comfortaa"/>
              <a:cs typeface="Comfortaa"/>
              <a:sym typeface="Comfortaa"/>
            </a:endParaRPr>
          </a:p>
          <a:p>
            <a:pPr algn="ctr" defTabSz="914378">
              <a:lnSpc>
                <a:spcPct val="115000"/>
              </a:lnSpc>
            </a:pPr>
            <a:endParaRPr sz="1000" dirty="0">
              <a:solidFill>
                <a:schemeClr val="tx1"/>
              </a:solidFill>
              <a:latin typeface="Aptos" panose="020B0004020202020204" pitchFamily="34" charset="0"/>
              <a:ea typeface="Comfortaa"/>
              <a:cs typeface="Comfortaa"/>
              <a:sym typeface="Comfortaa"/>
            </a:endParaRPr>
          </a:p>
        </p:txBody>
      </p:sp>
      <p:sp>
        <p:nvSpPr>
          <p:cNvPr id="300" name="Google Shape;300;p32"/>
          <p:cNvSpPr txBox="1"/>
          <p:nvPr/>
        </p:nvSpPr>
        <p:spPr>
          <a:xfrm>
            <a:off x="5185846" y="1286303"/>
            <a:ext cx="3000000" cy="323135"/>
          </a:xfrm>
          <a:prstGeom prst="rect">
            <a:avLst/>
          </a:prstGeom>
          <a:noFill/>
          <a:ln>
            <a:noFill/>
          </a:ln>
        </p:spPr>
        <p:txBody>
          <a:bodyPr spcFirstLastPara="1" wrap="square" lIns="91425" tIns="91425" rIns="91425" bIns="91425" anchor="t" anchorCtr="0">
            <a:spAutoFit/>
          </a:bodyPr>
          <a:lstStyle/>
          <a:p>
            <a:pPr algn="ctr" defTabSz="914378"/>
            <a:r>
              <a:rPr lang="es-419" sz="900">
                <a:solidFill>
                  <a:schemeClr val="tx1"/>
                </a:solidFill>
                <a:latin typeface="Aptos" panose="020B0004020202020204" pitchFamily="34" charset="0"/>
                <a:ea typeface="Comfortaa"/>
                <a:cs typeface="Comfortaa"/>
                <a:sym typeface="Comfortaa"/>
              </a:rPr>
              <a:t>CPsP:32563  I  RNE:622  I  RENACYT: P0093916</a:t>
            </a:r>
            <a:endParaRPr>
              <a:solidFill>
                <a:schemeClr val="tx1"/>
              </a:solidFill>
              <a:latin typeface="Aptos" panose="020B0004020202020204" pitchFamily="34" charset="0"/>
              <a:ea typeface="+mn-ea"/>
            </a:endParaRPr>
          </a:p>
        </p:txBody>
      </p:sp>
      <p:pic>
        <p:nvPicPr>
          <p:cNvPr id="2" name="Imagen 1" descr="Código QR&#10;&#10;El contenido generado por IA puede ser incorrecto.">
            <a:extLst>
              <a:ext uri="{FF2B5EF4-FFF2-40B4-BE49-F238E27FC236}">
                <a16:creationId xmlns:a16="http://schemas.microsoft.com/office/drawing/2014/main" id="{EFA81401-C444-FF91-431A-53C883489B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1699" y="2499303"/>
            <a:ext cx="1192297" cy="1192297"/>
          </a:xfrm>
          <a:prstGeom prst="ellipse">
            <a:avLst/>
          </a:prstGeom>
        </p:spPr>
      </p:pic>
      <p:sp>
        <p:nvSpPr>
          <p:cNvPr id="3" name="Google Shape;299;p32">
            <a:extLst>
              <a:ext uri="{FF2B5EF4-FFF2-40B4-BE49-F238E27FC236}">
                <a16:creationId xmlns:a16="http://schemas.microsoft.com/office/drawing/2014/main" id="{526F54A0-3630-F858-0316-3A5BC1C179D2}"/>
              </a:ext>
            </a:extLst>
          </p:cNvPr>
          <p:cNvSpPr txBox="1"/>
          <p:nvPr/>
        </p:nvSpPr>
        <p:spPr>
          <a:xfrm>
            <a:off x="4440039" y="3691600"/>
            <a:ext cx="4637700" cy="538579"/>
          </a:xfrm>
          <a:prstGeom prst="rect">
            <a:avLst/>
          </a:prstGeom>
          <a:noFill/>
          <a:ln>
            <a:noFill/>
          </a:ln>
        </p:spPr>
        <p:txBody>
          <a:bodyPr spcFirstLastPara="1" wrap="square" lIns="91425" tIns="91425" rIns="91425" bIns="91425" anchor="t" anchorCtr="0">
            <a:spAutoFit/>
          </a:bodyPr>
          <a:lstStyle/>
          <a:p>
            <a:pPr algn="ctr" defTabSz="914378">
              <a:lnSpc>
                <a:spcPct val="115000"/>
              </a:lnSpc>
            </a:pPr>
            <a:r>
              <a:rPr lang="es-MX" sz="1000" dirty="0">
                <a:solidFill>
                  <a:srgbClr val="0000FF"/>
                </a:solidFill>
                <a:latin typeface="Aptos" panose="020B0004020202020204" pitchFamily="34" charset="0"/>
                <a:ea typeface="Comfortaa"/>
                <a:cs typeface="Comfortaa"/>
                <a:sym typeface="Comfortaa"/>
                <a:hlinkClick r:id="rId5">
                  <a:extLst>
                    <a:ext uri="{A12FA001-AC4F-418D-AE19-62706E023703}">
                      <ahyp:hlinkClr xmlns:ahyp="http://schemas.microsoft.com/office/drawing/2018/hyperlinkcolor" val="tx"/>
                    </a:ext>
                  </a:extLst>
                </a:hlinkClick>
              </a:rPr>
              <a:t>4andree4@gmail.com</a:t>
            </a:r>
            <a:endParaRPr lang="es-MX" sz="1000" dirty="0">
              <a:solidFill>
                <a:srgbClr val="0000FF"/>
              </a:solidFill>
              <a:latin typeface="Aptos" panose="020B0004020202020204" pitchFamily="34" charset="0"/>
              <a:ea typeface="Comfortaa"/>
              <a:cs typeface="Comfortaa"/>
              <a:sym typeface="Comfortaa"/>
            </a:endParaRPr>
          </a:p>
          <a:p>
            <a:pPr algn="ctr" defTabSz="914378">
              <a:lnSpc>
                <a:spcPct val="115000"/>
              </a:lnSpc>
            </a:pPr>
            <a:endParaRPr sz="1000" dirty="0">
              <a:solidFill>
                <a:srgbClr val="0000FF"/>
              </a:solidFill>
              <a:latin typeface="Aptos" panose="020B0004020202020204" pitchFamily="34" charset="0"/>
              <a:ea typeface="Comfortaa"/>
              <a:cs typeface="Comfortaa"/>
              <a:sym typeface="Comfortaa"/>
            </a:endParaRPr>
          </a:p>
        </p:txBody>
      </p:sp>
    </p:spTree>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1499</TotalTime>
  <Words>206</Words>
  <Application>Microsoft Office PowerPoint</Application>
  <PresentationFormat>Presentación en pantalla (16:9)</PresentationFormat>
  <Paragraphs>12</Paragraphs>
  <Slides>3</Slides>
  <Notes>3</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3</vt:i4>
      </vt:variant>
    </vt:vector>
  </HeadingPairs>
  <TitlesOfParts>
    <vt:vector size="9" baseType="lpstr">
      <vt:lpstr>Calibri Light</vt:lpstr>
      <vt:lpstr>Arial</vt:lpstr>
      <vt:lpstr>Calibri</vt:lpstr>
      <vt:lpstr>Aptos</vt:lpstr>
      <vt:lpstr>Office Theme</vt:lpstr>
      <vt:lpstr>Simple Light</vt:lpstr>
      <vt:lpstr>Andreé Salvatierra Baldeón</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Andree SALVATIERRA BALDEON</cp:lastModifiedBy>
  <cp:revision>79</cp:revision>
  <dcterms:modified xsi:type="dcterms:W3CDTF">2026-07-23T00:05:19Z</dcterms:modified>
</cp:coreProperties>
</file>